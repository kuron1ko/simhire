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87" r:id="rId8"/>
    <p:sldId id="300" r:id="rId9"/>
    <p:sldId id="301" r:id="rId10"/>
    <p:sldId id="281" r:id="rId11"/>
    <p:sldId id="292" r:id="rId12"/>
    <p:sldId id="263" r:id="rId13"/>
    <p:sldId id="266" r:id="rId14"/>
    <p:sldId id="282" r:id="rId15"/>
    <p:sldId id="295" r:id="rId16"/>
    <p:sldId id="283" r:id="rId17"/>
    <p:sldId id="293" r:id="rId18"/>
    <p:sldId id="299" r:id="rId19"/>
    <p:sldId id="285" r:id="rId20"/>
  </p:sldIdLst>
  <p:sldSz cx="9001125" cy="5039995"/>
  <p:notesSz cx="6858000" cy="9144000"/>
  <p:custDataLst>
    <p:tags r:id="rId24"/>
  </p:custDataLst>
  <p:defaultTextStyle>
    <a:defPPr>
      <a:defRPr lang="zh-CN"/>
    </a:defPPr>
    <a:lvl1pPr marL="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132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0200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0332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0464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0596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0665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0797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0929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52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64AD"/>
    <a:srgbClr val="0170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68" autoAdjust="0"/>
    <p:restoredTop sz="94660"/>
  </p:normalViewPr>
  <p:slideViewPr>
    <p:cSldViewPr showGuides="1">
      <p:cViewPr varScale="1">
        <p:scale>
          <a:sx n="146" d="100"/>
          <a:sy n="146" d="100"/>
        </p:scale>
        <p:origin x="564" y="108"/>
      </p:cViewPr>
      <p:guideLst>
        <p:guide orient="horz" pos="1852"/>
        <p:guide pos="28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133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6716A3-D382-43D9-BE83-30AEC9148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1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98A4B-7EBA-44E0-ADE8-7329F93456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5085" y="1565764"/>
            <a:ext cx="7650956" cy="1080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0169" y="2856177"/>
            <a:ext cx="6300788" cy="1288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02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3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46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5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6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7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9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027" y="3238868"/>
            <a:ext cx="7650956" cy="1001062"/>
          </a:xfrm>
        </p:spPr>
        <p:txBody>
          <a:bodyPr anchor="t"/>
          <a:lstStyle>
            <a:lvl1pPr algn="l">
              <a:defRPr sz="35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1027" y="2136300"/>
            <a:ext cx="7650956" cy="1102568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1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020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033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046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059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066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079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092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0056" y="1176073"/>
            <a:ext cx="3975497" cy="332637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572" y="1176073"/>
            <a:ext cx="3975497" cy="332637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0056" y="1128237"/>
            <a:ext cx="3977060" cy="47019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320" indent="0">
              <a:buNone/>
              <a:defRPr sz="1800" b="1"/>
            </a:lvl2pPr>
            <a:lvl3pPr marL="802005" indent="0">
              <a:buNone/>
              <a:defRPr sz="1600" b="1"/>
            </a:lvl3pPr>
            <a:lvl4pPr marL="1203325" indent="0">
              <a:buNone/>
              <a:defRPr sz="1400" b="1"/>
            </a:lvl4pPr>
            <a:lvl5pPr marL="1604645" indent="0">
              <a:buNone/>
              <a:defRPr sz="1400" b="1"/>
            </a:lvl5pPr>
            <a:lvl6pPr marL="2005965" indent="0">
              <a:buNone/>
              <a:defRPr sz="1400" b="1"/>
            </a:lvl6pPr>
            <a:lvl7pPr marL="2406650" indent="0">
              <a:buNone/>
              <a:defRPr sz="1400" b="1"/>
            </a:lvl7pPr>
            <a:lvl8pPr marL="2807970" indent="0">
              <a:buNone/>
              <a:defRPr sz="1400" b="1"/>
            </a:lvl8pPr>
            <a:lvl9pPr marL="3209290" indent="0">
              <a:buNone/>
              <a:defRPr sz="14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056" y="1598433"/>
            <a:ext cx="3977060" cy="29040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572447" y="1128237"/>
            <a:ext cx="3978622" cy="47019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320" indent="0">
              <a:buNone/>
              <a:defRPr sz="1800" b="1"/>
            </a:lvl2pPr>
            <a:lvl3pPr marL="802005" indent="0">
              <a:buNone/>
              <a:defRPr sz="1600" b="1"/>
            </a:lvl3pPr>
            <a:lvl4pPr marL="1203325" indent="0">
              <a:buNone/>
              <a:defRPr sz="1400" b="1"/>
            </a:lvl4pPr>
            <a:lvl5pPr marL="1604645" indent="0">
              <a:buNone/>
              <a:defRPr sz="1400" b="1"/>
            </a:lvl5pPr>
            <a:lvl6pPr marL="2005965" indent="0">
              <a:buNone/>
              <a:defRPr sz="1400" b="1"/>
            </a:lvl6pPr>
            <a:lvl7pPr marL="2406650" indent="0">
              <a:buNone/>
              <a:defRPr sz="1400" b="1"/>
            </a:lvl7pPr>
            <a:lvl8pPr marL="2807970" indent="0">
              <a:buNone/>
              <a:defRPr sz="1400" b="1"/>
            </a:lvl8pPr>
            <a:lvl9pPr marL="3209290" indent="0">
              <a:buNone/>
              <a:defRPr sz="14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72447" y="1598433"/>
            <a:ext cx="3978622" cy="29040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0057" y="200679"/>
            <a:ext cx="2961308" cy="85405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19190" y="200679"/>
            <a:ext cx="5031879" cy="4301768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0057" y="1054733"/>
            <a:ext cx="2961308" cy="3447714"/>
          </a:xfrm>
        </p:spPr>
        <p:txBody>
          <a:bodyPr/>
          <a:lstStyle>
            <a:lvl1pPr marL="0" indent="0">
              <a:buNone/>
              <a:defRPr sz="1200"/>
            </a:lvl1pPr>
            <a:lvl2pPr marL="401320" indent="0">
              <a:buNone/>
              <a:defRPr sz="1100"/>
            </a:lvl2pPr>
            <a:lvl3pPr marL="802005" indent="0">
              <a:buNone/>
              <a:defRPr sz="900"/>
            </a:lvl3pPr>
            <a:lvl4pPr marL="1203325" indent="0">
              <a:buNone/>
              <a:defRPr sz="800"/>
            </a:lvl4pPr>
            <a:lvl5pPr marL="1604645" indent="0">
              <a:buNone/>
              <a:defRPr sz="800"/>
            </a:lvl5pPr>
            <a:lvl6pPr marL="2005965" indent="0">
              <a:buNone/>
              <a:defRPr sz="800"/>
            </a:lvl6pPr>
            <a:lvl7pPr marL="2406650" indent="0">
              <a:buNone/>
              <a:defRPr sz="800"/>
            </a:lvl7pPr>
            <a:lvl8pPr marL="2807970" indent="0">
              <a:buNone/>
              <a:defRPr sz="800"/>
            </a:lvl8pPr>
            <a:lvl9pPr marL="320929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4284" y="3528219"/>
            <a:ext cx="5400675" cy="416526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64284" y="450361"/>
            <a:ext cx="5400675" cy="3024188"/>
          </a:xfrm>
        </p:spPr>
        <p:txBody>
          <a:bodyPr/>
          <a:lstStyle>
            <a:lvl1pPr marL="0" indent="0">
              <a:buNone/>
              <a:defRPr sz="2800"/>
            </a:lvl1pPr>
            <a:lvl2pPr marL="401320" indent="0">
              <a:buNone/>
              <a:defRPr sz="2500"/>
            </a:lvl2pPr>
            <a:lvl3pPr marL="802005" indent="0">
              <a:buNone/>
              <a:defRPr sz="2100"/>
            </a:lvl3pPr>
            <a:lvl4pPr marL="1203325" indent="0">
              <a:buNone/>
              <a:defRPr sz="1800"/>
            </a:lvl4pPr>
            <a:lvl5pPr marL="1604645" indent="0">
              <a:buNone/>
              <a:defRPr sz="1800"/>
            </a:lvl5pPr>
            <a:lvl6pPr marL="2005965" indent="0">
              <a:buNone/>
              <a:defRPr sz="1800"/>
            </a:lvl6pPr>
            <a:lvl7pPr marL="2406650" indent="0">
              <a:buNone/>
              <a:defRPr sz="1800"/>
            </a:lvl7pPr>
            <a:lvl8pPr marL="2807970" indent="0">
              <a:buNone/>
              <a:defRPr sz="1800"/>
            </a:lvl8pPr>
            <a:lvl9pPr marL="3209290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64284" y="3944746"/>
            <a:ext cx="5400675" cy="591536"/>
          </a:xfrm>
        </p:spPr>
        <p:txBody>
          <a:bodyPr/>
          <a:lstStyle>
            <a:lvl1pPr marL="0" indent="0">
              <a:buNone/>
              <a:defRPr sz="1200"/>
            </a:lvl1pPr>
            <a:lvl2pPr marL="401320" indent="0">
              <a:buNone/>
              <a:defRPr sz="1100"/>
            </a:lvl2pPr>
            <a:lvl3pPr marL="802005" indent="0">
              <a:buNone/>
              <a:defRPr sz="900"/>
            </a:lvl3pPr>
            <a:lvl4pPr marL="1203325" indent="0">
              <a:buNone/>
              <a:defRPr sz="800"/>
            </a:lvl4pPr>
            <a:lvl5pPr marL="1604645" indent="0">
              <a:buNone/>
              <a:defRPr sz="800"/>
            </a:lvl5pPr>
            <a:lvl6pPr marL="2005965" indent="0">
              <a:buNone/>
              <a:defRPr sz="800"/>
            </a:lvl6pPr>
            <a:lvl7pPr marL="2406650" indent="0">
              <a:buNone/>
              <a:defRPr sz="800"/>
            </a:lvl7pPr>
            <a:lvl8pPr marL="2807970" indent="0">
              <a:buNone/>
              <a:defRPr sz="800"/>
            </a:lvl8pPr>
            <a:lvl9pPr marL="320929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5816" y="201847"/>
            <a:ext cx="2025253" cy="4300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0056" y="201847"/>
            <a:ext cx="5925741" cy="4300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0056" y="201846"/>
            <a:ext cx="8101013" cy="840052"/>
          </a:xfrm>
          <a:prstGeom prst="rect">
            <a:avLst/>
          </a:prstGeom>
        </p:spPr>
        <p:txBody>
          <a:bodyPr vert="horz" lIns="80229" tIns="40115" rIns="80229" bIns="4011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0056" y="1176073"/>
            <a:ext cx="8101013" cy="3326374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0056" y="4671624"/>
            <a:ext cx="2100263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75385" y="4671624"/>
            <a:ext cx="2850356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0806" y="4671624"/>
            <a:ext cx="2100263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802005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0990" indent="-30099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2145" indent="-250825" algn="l" defTabSz="802005" rtl="0" eaLnBrk="1" latinLnBrk="0" hangingPunct="1">
        <a:spcBef>
          <a:spcPct val="20000"/>
        </a:spcBef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0266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0398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530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0662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0731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0863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0995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132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200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332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64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0596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0665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97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0929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30.xml"/><Relationship Id="rId16" Type="http://schemas.openxmlformats.org/officeDocument/2006/relationships/image" Target="../media/image3.webp"/><Relationship Id="rId15" Type="http://schemas.openxmlformats.org/officeDocument/2006/relationships/image" Target="../media/image2.jpeg"/><Relationship Id="rId14" Type="http://schemas.openxmlformats.org/officeDocument/2006/relationships/image" Target="../media/image1.png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34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8.xml"/><Relationship Id="rId4" Type="http://schemas.openxmlformats.org/officeDocument/2006/relationships/image" Target="../media/image6.png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5" Type="http://schemas.openxmlformats.org/officeDocument/2006/relationships/notesSlide" Target="../notesSlides/notesSlide9.xml"/><Relationship Id="rId34" Type="http://schemas.openxmlformats.org/officeDocument/2006/relationships/slideLayout" Target="../slideLayouts/slideLayout1.xml"/><Relationship Id="rId33" Type="http://schemas.openxmlformats.org/officeDocument/2006/relationships/tags" Target="../tags/tag70.xml"/><Relationship Id="rId32" Type="http://schemas.openxmlformats.org/officeDocument/2006/relationships/tags" Target="../tags/tag69.xml"/><Relationship Id="rId31" Type="http://schemas.openxmlformats.org/officeDocument/2006/relationships/tags" Target="../tags/tag68.xml"/><Relationship Id="rId30" Type="http://schemas.openxmlformats.org/officeDocument/2006/relationships/tags" Target="../tags/tag67.xml"/><Relationship Id="rId3" Type="http://schemas.openxmlformats.org/officeDocument/2006/relationships/tags" Target="../tags/tag41.xml"/><Relationship Id="rId29" Type="http://schemas.openxmlformats.org/officeDocument/2006/relationships/tags" Target="../tags/tag66.xml"/><Relationship Id="rId28" Type="http://schemas.openxmlformats.org/officeDocument/2006/relationships/tags" Target="../tags/tag65.xml"/><Relationship Id="rId27" Type="http://schemas.openxmlformats.org/officeDocument/2006/relationships/tags" Target="../tags/tag64.xml"/><Relationship Id="rId26" Type="http://schemas.openxmlformats.org/officeDocument/2006/relationships/tags" Target="../tags/tag63.xml"/><Relationship Id="rId25" Type="http://schemas.openxmlformats.org/officeDocument/2006/relationships/tags" Target="../tags/tag62.xml"/><Relationship Id="rId24" Type="http://schemas.openxmlformats.org/officeDocument/2006/relationships/tags" Target="../tags/tag61.xml"/><Relationship Id="rId23" Type="http://schemas.openxmlformats.org/officeDocument/2006/relationships/tags" Target="../tags/tag60.xml"/><Relationship Id="rId22" Type="http://schemas.openxmlformats.org/officeDocument/2006/relationships/tags" Target="../tags/tag59.xml"/><Relationship Id="rId21" Type="http://schemas.openxmlformats.org/officeDocument/2006/relationships/tags" Target="../tags/tag58.xml"/><Relationship Id="rId20" Type="http://schemas.openxmlformats.org/officeDocument/2006/relationships/tags" Target="../tags/tag57.xml"/><Relationship Id="rId2" Type="http://schemas.openxmlformats.org/officeDocument/2006/relationships/tags" Target="../tags/tag40.xml"/><Relationship Id="rId19" Type="http://schemas.openxmlformats.org/officeDocument/2006/relationships/tags" Target="../tags/tag56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image" Target="../media/image7.emf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0" Type="http://schemas.openxmlformats.org/officeDocument/2006/relationships/notesSlide" Target="../notesSlides/notesSlide10.xml"/><Relationship Id="rId1" Type="http://schemas.openxmlformats.org/officeDocument/2006/relationships/tags" Target="../tags/tag7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3" Type="http://schemas.openxmlformats.org/officeDocument/2006/relationships/notesSlide" Target="../notesSlides/notesSlide13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106.xml"/><Relationship Id="rId20" Type="http://schemas.openxmlformats.org/officeDocument/2006/relationships/tags" Target="../tags/tag105.xml"/><Relationship Id="rId2" Type="http://schemas.openxmlformats.org/officeDocument/2006/relationships/tags" Target="../tags/tag87.xml"/><Relationship Id="rId19" Type="http://schemas.openxmlformats.org/officeDocument/2006/relationships/tags" Target="../tags/tag104.xml"/><Relationship Id="rId18" Type="http://schemas.openxmlformats.org/officeDocument/2006/relationships/tags" Target="../tags/tag103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5" Type="http://schemas.openxmlformats.org/officeDocument/2006/relationships/notesSlide" Target="../notesSlides/notesSlide15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tags" Target="../tags/tag10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tags" Target="../tags/tag1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/>
        </p:nvSpPr>
        <p:spPr>
          <a:xfrm rot="5400000">
            <a:off x="800155" y="387915"/>
            <a:ext cx="1848556" cy="1936574"/>
          </a:xfrm>
          <a:prstGeom prst="triangle">
            <a:avLst/>
          </a:prstGeom>
          <a:solidFill>
            <a:srgbClr val="2064AD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" name="等腰三角形 4"/>
          <p:cNvSpPr/>
          <p:nvPr/>
        </p:nvSpPr>
        <p:spPr>
          <a:xfrm rot="5400000">
            <a:off x="368107" y="171891"/>
            <a:ext cx="1848556" cy="1936574"/>
          </a:xfrm>
          <a:prstGeom prst="triangle">
            <a:avLst/>
          </a:prstGeom>
          <a:solidFill>
            <a:srgbClr val="2064A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" name="等腰三角形 1"/>
          <p:cNvSpPr/>
          <p:nvPr/>
        </p:nvSpPr>
        <p:spPr>
          <a:xfrm rot="5400000">
            <a:off x="15709" y="-20480"/>
            <a:ext cx="1848556" cy="1936574"/>
          </a:xfrm>
          <a:prstGeom prst="triangle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 flipH="1" flipV="1">
            <a:off x="6456705" y="2946084"/>
            <a:ext cx="1848556" cy="1915917"/>
          </a:xfrm>
          <a:prstGeom prst="triangle">
            <a:avLst/>
          </a:prstGeom>
          <a:solidFill>
            <a:srgbClr val="2064AD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5400000" flipH="1" flipV="1">
            <a:off x="6737095" y="3066447"/>
            <a:ext cx="1848556" cy="1915917"/>
          </a:xfrm>
          <a:prstGeom prst="triangle">
            <a:avLst/>
          </a:prstGeom>
          <a:solidFill>
            <a:srgbClr val="2064A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" name="等腰三角形 8"/>
          <p:cNvSpPr/>
          <p:nvPr/>
        </p:nvSpPr>
        <p:spPr>
          <a:xfrm rot="5400000" flipH="1" flipV="1">
            <a:off x="7118889" y="3278564"/>
            <a:ext cx="1848556" cy="1915917"/>
          </a:xfrm>
          <a:prstGeom prst="triangle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0" name="TextBox 13"/>
          <p:cNvSpPr txBox="1"/>
          <p:nvPr/>
        </p:nvSpPr>
        <p:spPr>
          <a:xfrm>
            <a:off x="1980282" y="2088108"/>
            <a:ext cx="5328592" cy="6642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6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AI</a:t>
            </a:r>
            <a:r>
              <a:rPr lang="zh-CN" altLang="en-US" sz="36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面试模拟系统</a:t>
            </a:r>
            <a:endParaRPr lang="zh-CN" altLang="en-US" sz="3600" b="1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628354" y="2808188"/>
            <a:ext cx="388843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13"/>
          <p:cNvSpPr txBox="1"/>
          <p:nvPr/>
        </p:nvSpPr>
        <p:spPr>
          <a:xfrm>
            <a:off x="2894330" y="2880360"/>
            <a:ext cx="3355975" cy="2578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小组</a:t>
            </a:r>
            <a:r>
              <a:rPr lang="en-US" altLang="zh-CN" sz="14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12</a:t>
            </a:r>
            <a:endParaRPr lang="en-US" altLang="zh-CN" sz="1400" b="1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62"/>
    </mc:Choice>
    <mc:Fallback>
      <p:transition spd="slow" advTm="6062"/>
    </mc:Fallback>
  </mc:AlternateContent>
  <p:timing>
    <p:tnLst>
      <p:par>
        <p:cTn id="1" dur="indefinite" restart="never" nodeType="tmRoot"/>
      </p:par>
    </p:tnLst>
    <p:bldLst>
      <p:bldP spid="6" grpId="0" animBg="1"/>
      <p:bldP spid="5" grpId="0" animBg="1"/>
      <p:bldP spid="2" grpId="0" animBg="1"/>
      <p:bldP spid="7" grpId="0" animBg="1"/>
      <p:bldP spid="8" grpId="0" animBg="1"/>
      <p:bldP spid="9" grpId="0" animBg="1"/>
      <p:bldP spid="10" grpId="0"/>
      <p:bldP spid="10" grpId="1"/>
      <p:bldP spid="3" grpId="0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 flipV="1">
            <a:off x="3690540" y="1021184"/>
            <a:ext cx="5904656" cy="432048"/>
          </a:xfrm>
          <a:prstGeom prst="parallelogram">
            <a:avLst>
              <a:gd name="adj" fmla="val 79885"/>
            </a:avLst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7" name="TextBox 13"/>
          <p:cNvSpPr txBox="1"/>
          <p:nvPr/>
        </p:nvSpPr>
        <p:spPr>
          <a:xfrm>
            <a:off x="17834" y="1070745"/>
            <a:ext cx="1799794" cy="47410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0170C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目录</a:t>
            </a:r>
            <a:endParaRPr lang="en-US" sz="2800" b="1" dirty="0">
              <a:solidFill>
                <a:srgbClr val="0170C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1385580" y="1174020"/>
            <a:ext cx="0" cy="266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3"/>
          <p:cNvSpPr txBox="1"/>
          <p:nvPr/>
        </p:nvSpPr>
        <p:spPr>
          <a:xfrm>
            <a:off x="1313572" y="1079996"/>
            <a:ext cx="2304256" cy="47525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rgbClr val="0170C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CONTENTS</a:t>
            </a:r>
            <a:endParaRPr lang="en-US" sz="2800" b="1" dirty="0">
              <a:solidFill>
                <a:srgbClr val="0170C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1"/>
            </p:custDataLst>
          </p:nvPr>
        </p:nvSpPr>
        <p:spPr>
          <a:xfrm>
            <a:off x="4645089" y="1723094"/>
            <a:ext cx="2304256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rgbClr val="0170C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项目背景</a:t>
            </a:r>
            <a:endParaRPr lang="en-US" sz="1800" b="1" dirty="0">
              <a:solidFill>
                <a:srgbClr val="0170C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2"/>
            </p:custDataLst>
          </p:nvPr>
        </p:nvSpPr>
        <p:spPr>
          <a:xfrm>
            <a:off x="5148797" y="2304132"/>
            <a:ext cx="2304256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rgbClr val="0170C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价值与</a:t>
            </a:r>
            <a:r>
              <a:rPr lang="zh-CN" altLang="en-US" sz="1800" b="1" dirty="0">
                <a:solidFill>
                  <a:srgbClr val="0170C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意义</a:t>
            </a:r>
            <a:endParaRPr lang="zh-CN" altLang="en-US" sz="1800" b="1" dirty="0">
              <a:solidFill>
                <a:srgbClr val="0170C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3"/>
            </p:custDataLst>
          </p:nvPr>
        </p:nvSpPr>
        <p:spPr>
          <a:xfrm>
            <a:off x="5220642" y="2929450"/>
            <a:ext cx="2304256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rgbClr val="0170C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目标</a:t>
            </a:r>
            <a:r>
              <a:rPr lang="zh-CN" altLang="en-US" sz="1800" b="1" dirty="0">
                <a:solidFill>
                  <a:srgbClr val="0170C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与预期结果</a:t>
            </a:r>
            <a:endParaRPr lang="zh-CN" altLang="en-US" sz="1800" b="1" dirty="0">
              <a:solidFill>
                <a:srgbClr val="0170C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4"/>
            </p:custDataLst>
          </p:nvPr>
        </p:nvSpPr>
        <p:spPr>
          <a:xfrm>
            <a:off x="5652690" y="3565204"/>
            <a:ext cx="2304256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rgbClr val="0170C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难点与创新</a:t>
            </a:r>
            <a:r>
              <a:rPr lang="zh-CN" altLang="en-US" sz="1800" b="1" dirty="0">
                <a:solidFill>
                  <a:srgbClr val="0170C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性</a:t>
            </a:r>
            <a:endParaRPr lang="zh-CN" altLang="en-US" sz="1800" b="1" dirty="0">
              <a:solidFill>
                <a:srgbClr val="0170C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TextBox 13"/>
          <p:cNvSpPr txBox="1"/>
          <p:nvPr>
            <p:custDataLst>
              <p:tags r:id="rId5"/>
            </p:custDataLst>
          </p:nvPr>
        </p:nvSpPr>
        <p:spPr>
          <a:xfrm>
            <a:off x="3060402" y="1712299"/>
            <a:ext cx="2304256" cy="30553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800" b="1" dirty="0">
                <a:solidFill>
                  <a:srgbClr val="0170C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01</a:t>
            </a:r>
            <a:endParaRPr lang="en-US" sz="1800" b="1" dirty="0">
              <a:solidFill>
                <a:srgbClr val="0170C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9" name="TextBox 13"/>
          <p:cNvSpPr txBox="1"/>
          <p:nvPr>
            <p:custDataLst>
              <p:tags r:id="rId6"/>
            </p:custDataLst>
          </p:nvPr>
        </p:nvSpPr>
        <p:spPr>
          <a:xfrm>
            <a:off x="3492450" y="2304132"/>
            <a:ext cx="2304256" cy="30553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800" b="1" dirty="0">
                <a:solidFill>
                  <a:srgbClr val="0170C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02</a:t>
            </a:r>
            <a:endParaRPr lang="en-US" sz="1800" b="1" dirty="0">
              <a:solidFill>
                <a:srgbClr val="0170C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0" name="TextBox 13"/>
          <p:cNvSpPr txBox="1"/>
          <p:nvPr>
            <p:custDataLst>
              <p:tags r:id="rId7"/>
            </p:custDataLst>
          </p:nvPr>
        </p:nvSpPr>
        <p:spPr>
          <a:xfrm>
            <a:off x="3924245" y="2904401"/>
            <a:ext cx="2304256" cy="30553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800" b="1" dirty="0">
                <a:solidFill>
                  <a:srgbClr val="0170C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03</a:t>
            </a:r>
            <a:endParaRPr lang="en-US" sz="1800" b="1" dirty="0">
              <a:solidFill>
                <a:srgbClr val="0170C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1" name="TextBox 13"/>
          <p:cNvSpPr txBox="1"/>
          <p:nvPr>
            <p:custDataLst>
              <p:tags r:id="rId8"/>
            </p:custDataLst>
          </p:nvPr>
        </p:nvSpPr>
        <p:spPr>
          <a:xfrm>
            <a:off x="4500438" y="3580973"/>
            <a:ext cx="2304256" cy="30553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800" b="1" dirty="0">
                <a:solidFill>
                  <a:srgbClr val="0170C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04</a:t>
            </a:r>
            <a:endParaRPr lang="en-US" sz="1800" b="1" dirty="0">
              <a:solidFill>
                <a:srgbClr val="0170C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9"/>
            </p:custDataLst>
          </p:nvPr>
        </p:nvCxnSpPr>
        <p:spPr>
          <a:xfrm>
            <a:off x="4500562" y="1728068"/>
            <a:ext cx="0" cy="28803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10"/>
            </p:custDataLst>
          </p:nvPr>
        </p:nvCxnSpPr>
        <p:spPr>
          <a:xfrm>
            <a:off x="4932610" y="2335882"/>
            <a:ext cx="0" cy="28803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>
            <p:custDataLst>
              <p:tags r:id="rId11"/>
            </p:custDataLst>
          </p:nvPr>
        </p:nvCxnSpPr>
        <p:spPr>
          <a:xfrm>
            <a:off x="5364405" y="2940139"/>
            <a:ext cx="0" cy="28803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12"/>
            </p:custDataLst>
          </p:nvPr>
        </p:nvCxnSpPr>
        <p:spPr>
          <a:xfrm>
            <a:off x="5940216" y="3592403"/>
            <a:ext cx="0" cy="28803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平行四边形 34"/>
          <p:cNvSpPr/>
          <p:nvPr/>
        </p:nvSpPr>
        <p:spPr>
          <a:xfrm flipV="1">
            <a:off x="-2772246" y="1800076"/>
            <a:ext cx="8424936" cy="2592288"/>
          </a:xfrm>
          <a:prstGeom prst="parallelogram">
            <a:avLst>
              <a:gd name="adj" fmla="val 74286"/>
            </a:avLst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630"/>
    </mc:Choice>
    <mc:Fallback>
      <p:transition spd="slow" advTm="13630"/>
    </mc:Fallback>
  </mc:AlternateContent>
  <p:timing>
    <p:tnLst>
      <p:par>
        <p:cTn id="1" dur="indefinite" restart="never" nodeType="tmRoot"/>
      </p:par>
    </p:tnLst>
    <p:bldLst>
      <p:bldP spid="4" grpId="0" animBg="1"/>
      <p:bldP spid="7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1" grpId="0"/>
      <p:bldP spid="3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/>
        </p:nvSpPr>
        <p:spPr>
          <a:xfrm flipV="1">
            <a:off x="-503993" y="1656060"/>
            <a:ext cx="10009112" cy="663922"/>
          </a:xfrm>
          <a:prstGeom prst="parallelogram">
            <a:avLst>
              <a:gd name="adj" fmla="val 0"/>
            </a:avLst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56146" y="1368028"/>
            <a:ext cx="2108606" cy="1397240"/>
          </a:xfrm>
          <a:prstGeom prst="triangle">
            <a:avLst>
              <a:gd name="adj" fmla="val 50785"/>
            </a:avLst>
          </a:prstGeom>
          <a:solidFill>
            <a:srgbClr val="2064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" name="TextBox 13"/>
          <p:cNvSpPr txBox="1"/>
          <p:nvPr/>
        </p:nvSpPr>
        <p:spPr>
          <a:xfrm>
            <a:off x="684138" y="1440036"/>
            <a:ext cx="2304256" cy="8147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48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01</a:t>
            </a:r>
            <a:endParaRPr lang="en-US" sz="48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0" name="TextBox 13"/>
          <p:cNvSpPr txBox="1"/>
          <p:nvPr/>
        </p:nvSpPr>
        <p:spPr>
          <a:xfrm>
            <a:off x="3276426" y="1728068"/>
            <a:ext cx="2808312" cy="5162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项目背景</a:t>
            </a:r>
            <a:endParaRPr lang="zh-CN" altLang="en-US" sz="28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1" name="TextBox 13"/>
          <p:cNvSpPr txBox="1"/>
          <p:nvPr/>
        </p:nvSpPr>
        <p:spPr>
          <a:xfrm>
            <a:off x="3060402" y="2576395"/>
            <a:ext cx="2808312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chemeClr val="tx2">
                    <a:lumMod val="7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行业</a:t>
            </a:r>
            <a:r>
              <a:rPr lang="zh-CN" altLang="en-US" sz="1800" b="1" dirty="0">
                <a:solidFill>
                  <a:schemeClr val="tx2">
                    <a:lumMod val="7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背景</a:t>
            </a:r>
            <a:endParaRPr lang="zh-CN" altLang="en-US" sz="1800" b="1" dirty="0">
              <a:solidFill>
                <a:schemeClr val="tx2">
                  <a:lumMod val="7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" name="菱形 2"/>
          <p:cNvSpPr/>
          <p:nvPr/>
        </p:nvSpPr>
        <p:spPr>
          <a:xfrm>
            <a:off x="3420442" y="2584279"/>
            <a:ext cx="288032" cy="288032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096432" y="2576395"/>
            <a:ext cx="2808312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chemeClr val="tx2">
                    <a:lumMod val="7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现有</a:t>
            </a:r>
            <a:r>
              <a:rPr lang="zh-CN" altLang="en-US" sz="1800" b="1" dirty="0">
                <a:solidFill>
                  <a:schemeClr val="tx2">
                    <a:lumMod val="7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方案</a:t>
            </a:r>
            <a:endParaRPr lang="zh-CN" altLang="en-US" sz="1800" b="1" dirty="0">
              <a:solidFill>
                <a:schemeClr val="tx2">
                  <a:lumMod val="7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4" name="菱形 13"/>
          <p:cNvSpPr/>
          <p:nvPr/>
        </p:nvSpPr>
        <p:spPr>
          <a:xfrm>
            <a:off x="5456472" y="2584279"/>
            <a:ext cx="288032" cy="288032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36"/>
    </mc:Choice>
    <mc:Fallback>
      <p:transition spd="slow" advTm="8336"/>
    </mc:Fallback>
  </mc:AlternateContent>
  <p:timing>
    <p:tnLst>
      <p:par>
        <p:cTn id="1" dur="indefinite" restart="never" nodeType="tmRoot"/>
      </p:par>
    </p:tnLst>
    <p:bldLst>
      <p:bldP spid="7" grpId="0" animBg="1"/>
      <p:bldP spid="8" grpId="0" animBg="1"/>
      <p:bldP spid="9" grpId="0"/>
      <p:bldP spid="10" grpId="0"/>
      <p:bldP spid="11" grpId="0"/>
      <p:bldP spid="3" grpId="0" animBg="1"/>
      <p:bldP spid="13" grpId="0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223192" y="287908"/>
            <a:ext cx="2880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7950" y="287908"/>
            <a:ext cx="721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8" name="TextBox 13"/>
          <p:cNvSpPr txBox="1"/>
          <p:nvPr/>
        </p:nvSpPr>
        <p:spPr>
          <a:xfrm>
            <a:off x="324098" y="272139"/>
            <a:ext cx="2304256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项目背景</a:t>
            </a:r>
            <a:endParaRPr lang="zh-CN" altLang="en-US" sz="1800" b="1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66" name="圆角矩形 65"/>
          <p:cNvSpPr/>
          <p:nvPr>
            <p:custDataLst>
              <p:tags r:id="rId1"/>
            </p:custDataLst>
          </p:nvPr>
        </p:nvSpPr>
        <p:spPr>
          <a:xfrm>
            <a:off x="1910715" y="1880870"/>
            <a:ext cx="5182235" cy="262255"/>
          </a:xfrm>
          <a:prstGeom prst="roundRect">
            <a:avLst>
              <a:gd name="adj" fmla="val 50000"/>
            </a:avLst>
          </a:prstGeom>
          <a:solidFill>
            <a:srgbClr val="2064AD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391" tIns="33696" rIns="67391" bIns="33696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endParaRPr lang="en-US" altLang="zh-CN" sz="24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70" name="椭圆 69"/>
          <p:cNvSpPr/>
          <p:nvPr>
            <p:custDataLst>
              <p:tags r:id="rId2"/>
            </p:custDataLst>
          </p:nvPr>
        </p:nvSpPr>
        <p:spPr>
          <a:xfrm>
            <a:off x="1692197" y="1819375"/>
            <a:ext cx="388800" cy="385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391" tIns="33696" rIns="67391" bIns="33696" numCol="1" spcCol="0" rtlCol="0" fromWordArt="0" anchor="ctr" anchorCtr="0" forceAA="0" compatLnSpc="1">
            <a:noAutofit/>
          </a:bodyPr>
          <a:lstStyle/>
          <a:p>
            <a:pPr algn="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endParaRPr lang="zh-CN" altLang="en-US" sz="27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11175" y="1030605"/>
            <a:ext cx="44958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2700" b="1" dirty="0">
                <a:solidFill>
                  <a:srgbClr val="0070C0"/>
                </a:solidFill>
                <a:latin typeface="inpin heiti" panose="00000500000000000000" pitchFamily="2" charset="-122"/>
                <a:ea typeface="inpin heiti" panose="00000500000000000000" pitchFamily="2" charset="-122"/>
                <a:cs typeface="微软雅黑 Light" panose="020B0502040204020203" charset="-122"/>
                <a:sym typeface="inpin heiti" panose="00000500000000000000" pitchFamily="2" charset="-122"/>
              </a:rPr>
              <a:t>行业背景</a:t>
            </a:r>
            <a:endParaRPr kumimoji="1" lang="zh-CN" altLang="en-US" sz="2700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cs typeface="微软雅黑 Light" panose="020B0502040204020203" charset="-122"/>
              <a:sym typeface="inpin heiti" panose="00000500000000000000" pitchFamily="2" charset="-122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699260" y="2304415"/>
            <a:ext cx="5483860" cy="1918335"/>
          </a:xfrm>
          <a:prstGeom prst="rect">
            <a:avLst/>
          </a:prstGeom>
        </p:spPr>
        <p:txBody>
          <a:bodyPr wrap="square" lIns="67391" tIns="33696" rIns="67391" bIns="33696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随着近几年考研与就业规模的不断扩大，升学与求职的竞争日趋激烈。面试作为选拔人才的核心环节，直接决定了学生的最终去向。然而，大多数在校学生及初入职场的青年普遍存在</a:t>
            </a:r>
            <a:r>
              <a:rPr lang="en-US" altLang="zh-CN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“</a:t>
            </a:r>
            <a:r>
              <a:rPr lang="zh-CN" altLang="en-US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实战经验少、临场易紧张、表达欠逻辑</a:t>
            </a:r>
            <a:r>
              <a:rPr lang="en-US" altLang="zh-CN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”</a:t>
            </a:r>
            <a:r>
              <a:rPr lang="zh-CN" altLang="en-US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等问题</a:t>
            </a:r>
            <a:endParaRPr lang="zh-CN" altLang="en-US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27"/>
    </mc:Choice>
    <mc:Fallback>
      <p:transition spd="slow" advTm="332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223192" y="287908"/>
            <a:ext cx="2880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7950" y="287908"/>
            <a:ext cx="721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8" name="TextBox 13"/>
          <p:cNvSpPr txBox="1"/>
          <p:nvPr/>
        </p:nvSpPr>
        <p:spPr>
          <a:xfrm>
            <a:off x="324098" y="272139"/>
            <a:ext cx="2304256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项目背景</a:t>
            </a:r>
            <a:endParaRPr lang="zh-CN" altLang="en-US" sz="1800" b="1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9" name="矩形 48"/>
          <p:cNvSpPr/>
          <p:nvPr>
            <p:custDataLst>
              <p:tags r:id="rId1"/>
            </p:custDataLst>
          </p:nvPr>
        </p:nvSpPr>
        <p:spPr>
          <a:xfrm>
            <a:off x="1548765" y="1871980"/>
            <a:ext cx="2708275" cy="406400"/>
          </a:xfrm>
          <a:prstGeom prst="rect">
            <a:avLst/>
          </a:prstGeom>
        </p:spPr>
        <p:txBody>
          <a:bodyPr wrap="square" lIns="67391" tIns="33696" rIns="67391" bIns="33696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0070C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人工模拟面试</a:t>
            </a:r>
            <a:endParaRPr lang="zh-CN" altLang="en-US" sz="1400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1000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1000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11175" y="1030605"/>
            <a:ext cx="44958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2700" b="1" dirty="0">
                <a:solidFill>
                  <a:srgbClr val="0070C0"/>
                </a:solidFill>
                <a:latin typeface="inpin heiti" panose="00000500000000000000" pitchFamily="2" charset="-122"/>
                <a:ea typeface="inpin heiti" panose="00000500000000000000" pitchFamily="2" charset="-122"/>
                <a:cs typeface="微软雅黑 Light" panose="020B0502040204020203" charset="-122"/>
                <a:sym typeface="inpin heiti" panose="00000500000000000000" pitchFamily="2" charset="-122"/>
              </a:rPr>
              <a:t>现有方案</a:t>
            </a:r>
            <a:endParaRPr kumimoji="1" lang="zh-CN" altLang="en-US" sz="2700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cs typeface="微软雅黑 Light" panose="020B0502040204020203" charset="-122"/>
              <a:sym typeface="inpin heiti" panose="00000500000000000000" pitchFamily="2" charset="-122"/>
            </a:endParaRPr>
          </a:p>
        </p:txBody>
      </p:sp>
      <p:grpSp>
        <p:nvGrpSpPr>
          <p:cNvPr id="70" name="Group 2"/>
          <p:cNvGrpSpPr/>
          <p:nvPr>
            <p:custDataLst>
              <p:tags r:id="rId2"/>
            </p:custDataLst>
          </p:nvPr>
        </p:nvGrpSpPr>
        <p:grpSpPr>
          <a:xfrm>
            <a:off x="444882" y="1966961"/>
            <a:ext cx="842035" cy="838239"/>
            <a:chOff x="6797783" y="3360593"/>
            <a:chExt cx="1140534" cy="1140533"/>
          </a:xfrm>
        </p:grpSpPr>
        <p:sp>
          <p:nvSpPr>
            <p:cNvPr id="71" name="Oval 27"/>
            <p:cNvSpPr/>
            <p:nvPr>
              <p:custDataLst>
                <p:tags r:id="rId3"/>
              </p:custDataLst>
            </p:nvPr>
          </p:nvSpPr>
          <p:spPr>
            <a:xfrm>
              <a:off x="6797783" y="3360593"/>
              <a:ext cx="1140534" cy="1140533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latin typeface="inpin heiti" panose="00000500000000000000" pitchFamily="2" charset="-122"/>
                <a:ea typeface="inpin heiti" panose="00000500000000000000" pitchFamily="2" charset="-122"/>
                <a:cs typeface="Open Sans" panose="020B0606030504020204" pitchFamily="34" charset="0"/>
                <a:sym typeface="inpin heiti" panose="00000500000000000000" pitchFamily="2" charset="-122"/>
              </a:endParaRPr>
            </a:p>
          </p:txBody>
        </p:sp>
        <p:sp>
          <p:nvSpPr>
            <p:cNvPr id="72" name="Freeform 11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5740" y="3705602"/>
              <a:ext cx="524509" cy="434156"/>
            </a:xfrm>
            <a:custGeom>
              <a:avLst/>
              <a:gdLst>
                <a:gd name="T0" fmla="*/ 260 w 287"/>
                <a:gd name="T1" fmla="*/ 78 h 237"/>
                <a:gd name="T2" fmla="*/ 244 w 287"/>
                <a:gd name="T3" fmla="*/ 94 h 237"/>
                <a:gd name="T4" fmla="*/ 260 w 287"/>
                <a:gd name="T5" fmla="*/ 111 h 237"/>
                <a:gd name="T6" fmla="*/ 277 w 287"/>
                <a:gd name="T7" fmla="*/ 94 h 237"/>
                <a:gd name="T8" fmla="*/ 260 w 287"/>
                <a:gd name="T9" fmla="*/ 78 h 237"/>
                <a:gd name="T10" fmla="*/ 27 w 287"/>
                <a:gd name="T11" fmla="*/ 78 h 237"/>
                <a:gd name="T12" fmla="*/ 11 w 287"/>
                <a:gd name="T13" fmla="*/ 94 h 237"/>
                <a:gd name="T14" fmla="*/ 27 w 287"/>
                <a:gd name="T15" fmla="*/ 111 h 237"/>
                <a:gd name="T16" fmla="*/ 43 w 287"/>
                <a:gd name="T17" fmla="*/ 94 h 237"/>
                <a:gd name="T18" fmla="*/ 27 w 287"/>
                <a:gd name="T19" fmla="*/ 78 h 237"/>
                <a:gd name="T20" fmla="*/ 212 w 287"/>
                <a:gd name="T21" fmla="*/ 49 h 237"/>
                <a:gd name="T22" fmla="*/ 188 w 287"/>
                <a:gd name="T23" fmla="*/ 73 h 237"/>
                <a:gd name="T24" fmla="*/ 212 w 287"/>
                <a:gd name="T25" fmla="*/ 97 h 237"/>
                <a:gd name="T26" fmla="*/ 236 w 287"/>
                <a:gd name="T27" fmla="*/ 73 h 237"/>
                <a:gd name="T28" fmla="*/ 212 w 287"/>
                <a:gd name="T29" fmla="*/ 49 h 237"/>
                <a:gd name="T30" fmla="*/ 287 w 287"/>
                <a:gd name="T31" fmla="*/ 196 h 237"/>
                <a:gd name="T32" fmla="*/ 259 w 287"/>
                <a:gd name="T33" fmla="*/ 196 h 237"/>
                <a:gd name="T34" fmla="*/ 259 w 287"/>
                <a:gd name="T35" fmla="*/ 145 h 237"/>
                <a:gd name="T36" fmla="*/ 253 w 287"/>
                <a:gd name="T37" fmla="*/ 121 h 237"/>
                <a:gd name="T38" fmla="*/ 260 w 287"/>
                <a:gd name="T39" fmla="*/ 120 h 237"/>
                <a:gd name="T40" fmla="*/ 287 w 287"/>
                <a:gd name="T41" fmla="*/ 147 h 237"/>
                <a:gd name="T42" fmla="*/ 287 w 287"/>
                <a:gd name="T43" fmla="*/ 196 h 237"/>
                <a:gd name="T44" fmla="*/ 75 w 287"/>
                <a:gd name="T45" fmla="*/ 49 h 237"/>
                <a:gd name="T46" fmla="*/ 51 w 287"/>
                <a:gd name="T47" fmla="*/ 73 h 237"/>
                <a:gd name="T48" fmla="*/ 75 w 287"/>
                <a:gd name="T49" fmla="*/ 97 h 237"/>
                <a:gd name="T50" fmla="*/ 99 w 287"/>
                <a:gd name="T51" fmla="*/ 73 h 237"/>
                <a:gd name="T52" fmla="*/ 75 w 287"/>
                <a:gd name="T53" fmla="*/ 49 h 237"/>
                <a:gd name="T54" fmla="*/ 27 w 287"/>
                <a:gd name="T55" fmla="*/ 120 h 237"/>
                <a:gd name="T56" fmla="*/ 34 w 287"/>
                <a:gd name="T57" fmla="*/ 121 h 237"/>
                <a:gd name="T58" fmla="*/ 28 w 287"/>
                <a:gd name="T59" fmla="*/ 145 h 237"/>
                <a:gd name="T60" fmla="*/ 28 w 287"/>
                <a:gd name="T61" fmla="*/ 196 h 237"/>
                <a:gd name="T62" fmla="*/ 0 w 287"/>
                <a:gd name="T63" fmla="*/ 196 h 237"/>
                <a:gd name="T64" fmla="*/ 0 w 287"/>
                <a:gd name="T65" fmla="*/ 147 h 237"/>
                <a:gd name="T66" fmla="*/ 27 w 287"/>
                <a:gd name="T67" fmla="*/ 120 h 237"/>
                <a:gd name="T68" fmla="*/ 144 w 287"/>
                <a:gd name="T69" fmla="*/ 0 h 237"/>
                <a:gd name="T70" fmla="*/ 108 w 287"/>
                <a:gd name="T71" fmla="*/ 36 h 237"/>
                <a:gd name="T72" fmla="*/ 144 w 287"/>
                <a:gd name="T73" fmla="*/ 72 h 237"/>
                <a:gd name="T74" fmla="*/ 179 w 287"/>
                <a:gd name="T75" fmla="*/ 36 h 237"/>
                <a:gd name="T76" fmla="*/ 144 w 287"/>
                <a:gd name="T77" fmla="*/ 0 h 237"/>
                <a:gd name="T78" fmla="*/ 251 w 287"/>
                <a:gd name="T79" fmla="*/ 214 h 237"/>
                <a:gd name="T80" fmla="*/ 208 w 287"/>
                <a:gd name="T81" fmla="*/ 214 h 237"/>
                <a:gd name="T82" fmla="*/ 208 w 287"/>
                <a:gd name="T83" fmla="*/ 137 h 237"/>
                <a:gd name="T84" fmla="*/ 201 w 287"/>
                <a:gd name="T85" fmla="*/ 108 h 237"/>
                <a:gd name="T86" fmla="*/ 212 w 287"/>
                <a:gd name="T87" fmla="*/ 106 h 237"/>
                <a:gd name="T88" fmla="*/ 251 w 287"/>
                <a:gd name="T89" fmla="*/ 145 h 237"/>
                <a:gd name="T90" fmla="*/ 251 w 287"/>
                <a:gd name="T91" fmla="*/ 214 h 237"/>
                <a:gd name="T92" fmla="*/ 79 w 287"/>
                <a:gd name="T93" fmla="*/ 137 h 237"/>
                <a:gd name="T94" fmla="*/ 79 w 287"/>
                <a:gd name="T95" fmla="*/ 214 h 237"/>
                <a:gd name="T96" fmla="*/ 37 w 287"/>
                <a:gd name="T97" fmla="*/ 214 h 237"/>
                <a:gd name="T98" fmla="*/ 37 w 287"/>
                <a:gd name="T99" fmla="*/ 145 h 237"/>
                <a:gd name="T100" fmla="*/ 75 w 287"/>
                <a:gd name="T101" fmla="*/ 106 h 237"/>
                <a:gd name="T102" fmla="*/ 86 w 287"/>
                <a:gd name="T103" fmla="*/ 108 h 237"/>
                <a:gd name="T104" fmla="*/ 79 w 287"/>
                <a:gd name="T105" fmla="*/ 137 h 237"/>
                <a:gd name="T106" fmla="*/ 88 w 287"/>
                <a:gd name="T107" fmla="*/ 237 h 237"/>
                <a:gd name="T108" fmla="*/ 200 w 287"/>
                <a:gd name="T109" fmla="*/ 237 h 237"/>
                <a:gd name="T110" fmla="*/ 200 w 287"/>
                <a:gd name="T111" fmla="*/ 137 h 237"/>
                <a:gd name="T112" fmla="*/ 144 w 287"/>
                <a:gd name="T113" fmla="*/ 81 h 237"/>
                <a:gd name="T114" fmla="*/ 88 w 287"/>
                <a:gd name="T115" fmla="*/ 137 h 237"/>
                <a:gd name="T116" fmla="*/ 88 w 287"/>
                <a:gd name="T117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87" h="237">
                  <a:moveTo>
                    <a:pt x="260" y="78"/>
                  </a:moveTo>
                  <a:cubicBezTo>
                    <a:pt x="251" y="78"/>
                    <a:pt x="244" y="85"/>
                    <a:pt x="244" y="94"/>
                  </a:cubicBezTo>
                  <a:cubicBezTo>
                    <a:pt x="244" y="103"/>
                    <a:pt x="251" y="111"/>
                    <a:pt x="260" y="111"/>
                  </a:cubicBezTo>
                  <a:cubicBezTo>
                    <a:pt x="269" y="111"/>
                    <a:pt x="277" y="103"/>
                    <a:pt x="277" y="94"/>
                  </a:cubicBezTo>
                  <a:cubicBezTo>
                    <a:pt x="277" y="85"/>
                    <a:pt x="269" y="78"/>
                    <a:pt x="260" y="78"/>
                  </a:cubicBezTo>
                  <a:close/>
                  <a:moveTo>
                    <a:pt x="27" y="78"/>
                  </a:moveTo>
                  <a:cubicBezTo>
                    <a:pt x="18" y="78"/>
                    <a:pt x="11" y="85"/>
                    <a:pt x="11" y="94"/>
                  </a:cubicBezTo>
                  <a:cubicBezTo>
                    <a:pt x="11" y="103"/>
                    <a:pt x="18" y="111"/>
                    <a:pt x="27" y="111"/>
                  </a:cubicBezTo>
                  <a:cubicBezTo>
                    <a:pt x="36" y="111"/>
                    <a:pt x="43" y="103"/>
                    <a:pt x="43" y="94"/>
                  </a:cubicBezTo>
                  <a:cubicBezTo>
                    <a:pt x="43" y="85"/>
                    <a:pt x="36" y="78"/>
                    <a:pt x="27" y="78"/>
                  </a:cubicBezTo>
                  <a:close/>
                  <a:moveTo>
                    <a:pt x="212" y="49"/>
                  </a:moveTo>
                  <a:cubicBezTo>
                    <a:pt x="199" y="49"/>
                    <a:pt x="188" y="59"/>
                    <a:pt x="188" y="73"/>
                  </a:cubicBezTo>
                  <a:cubicBezTo>
                    <a:pt x="188" y="86"/>
                    <a:pt x="199" y="97"/>
                    <a:pt x="212" y="97"/>
                  </a:cubicBezTo>
                  <a:cubicBezTo>
                    <a:pt x="225" y="97"/>
                    <a:pt x="236" y="86"/>
                    <a:pt x="236" y="73"/>
                  </a:cubicBezTo>
                  <a:cubicBezTo>
                    <a:pt x="236" y="59"/>
                    <a:pt x="225" y="49"/>
                    <a:pt x="212" y="49"/>
                  </a:cubicBezTo>
                  <a:close/>
                  <a:moveTo>
                    <a:pt x="287" y="196"/>
                  </a:moveTo>
                  <a:cubicBezTo>
                    <a:pt x="259" y="196"/>
                    <a:pt x="259" y="196"/>
                    <a:pt x="259" y="196"/>
                  </a:cubicBezTo>
                  <a:cubicBezTo>
                    <a:pt x="259" y="145"/>
                    <a:pt x="259" y="145"/>
                    <a:pt x="259" y="145"/>
                  </a:cubicBezTo>
                  <a:cubicBezTo>
                    <a:pt x="259" y="136"/>
                    <a:pt x="257" y="128"/>
                    <a:pt x="253" y="121"/>
                  </a:cubicBezTo>
                  <a:cubicBezTo>
                    <a:pt x="255" y="120"/>
                    <a:pt x="258" y="120"/>
                    <a:pt x="260" y="120"/>
                  </a:cubicBezTo>
                  <a:cubicBezTo>
                    <a:pt x="275" y="120"/>
                    <a:pt x="287" y="132"/>
                    <a:pt x="287" y="147"/>
                  </a:cubicBezTo>
                  <a:lnTo>
                    <a:pt x="287" y="196"/>
                  </a:lnTo>
                  <a:close/>
                  <a:moveTo>
                    <a:pt x="75" y="49"/>
                  </a:moveTo>
                  <a:cubicBezTo>
                    <a:pt x="62" y="49"/>
                    <a:pt x="51" y="59"/>
                    <a:pt x="51" y="73"/>
                  </a:cubicBezTo>
                  <a:cubicBezTo>
                    <a:pt x="51" y="86"/>
                    <a:pt x="62" y="97"/>
                    <a:pt x="75" y="97"/>
                  </a:cubicBezTo>
                  <a:cubicBezTo>
                    <a:pt x="88" y="97"/>
                    <a:pt x="99" y="86"/>
                    <a:pt x="99" y="73"/>
                  </a:cubicBezTo>
                  <a:cubicBezTo>
                    <a:pt x="99" y="59"/>
                    <a:pt x="88" y="49"/>
                    <a:pt x="75" y="49"/>
                  </a:cubicBezTo>
                  <a:close/>
                  <a:moveTo>
                    <a:pt x="27" y="120"/>
                  </a:moveTo>
                  <a:cubicBezTo>
                    <a:pt x="29" y="120"/>
                    <a:pt x="32" y="120"/>
                    <a:pt x="34" y="121"/>
                  </a:cubicBezTo>
                  <a:cubicBezTo>
                    <a:pt x="30" y="128"/>
                    <a:pt x="28" y="136"/>
                    <a:pt x="28" y="145"/>
                  </a:cubicBezTo>
                  <a:cubicBezTo>
                    <a:pt x="28" y="196"/>
                    <a:pt x="28" y="196"/>
                    <a:pt x="28" y="196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32"/>
                    <a:pt x="12" y="120"/>
                    <a:pt x="27" y="120"/>
                  </a:cubicBezTo>
                  <a:close/>
                  <a:moveTo>
                    <a:pt x="144" y="0"/>
                  </a:moveTo>
                  <a:cubicBezTo>
                    <a:pt x="124" y="0"/>
                    <a:pt x="108" y="16"/>
                    <a:pt x="108" y="36"/>
                  </a:cubicBezTo>
                  <a:cubicBezTo>
                    <a:pt x="108" y="56"/>
                    <a:pt x="124" y="72"/>
                    <a:pt x="144" y="72"/>
                  </a:cubicBezTo>
                  <a:cubicBezTo>
                    <a:pt x="163" y="72"/>
                    <a:pt x="179" y="56"/>
                    <a:pt x="179" y="36"/>
                  </a:cubicBezTo>
                  <a:cubicBezTo>
                    <a:pt x="179" y="16"/>
                    <a:pt x="163" y="0"/>
                    <a:pt x="144" y="0"/>
                  </a:cubicBezTo>
                  <a:close/>
                  <a:moveTo>
                    <a:pt x="251" y="214"/>
                  </a:moveTo>
                  <a:cubicBezTo>
                    <a:pt x="208" y="214"/>
                    <a:pt x="208" y="214"/>
                    <a:pt x="208" y="214"/>
                  </a:cubicBezTo>
                  <a:cubicBezTo>
                    <a:pt x="208" y="137"/>
                    <a:pt x="208" y="137"/>
                    <a:pt x="208" y="137"/>
                  </a:cubicBezTo>
                  <a:cubicBezTo>
                    <a:pt x="208" y="127"/>
                    <a:pt x="206" y="117"/>
                    <a:pt x="201" y="108"/>
                  </a:cubicBezTo>
                  <a:cubicBezTo>
                    <a:pt x="205" y="107"/>
                    <a:pt x="208" y="106"/>
                    <a:pt x="212" y="106"/>
                  </a:cubicBezTo>
                  <a:cubicBezTo>
                    <a:pt x="233" y="106"/>
                    <a:pt x="251" y="124"/>
                    <a:pt x="251" y="145"/>
                  </a:cubicBezTo>
                  <a:lnTo>
                    <a:pt x="251" y="214"/>
                  </a:lnTo>
                  <a:close/>
                  <a:moveTo>
                    <a:pt x="79" y="137"/>
                  </a:moveTo>
                  <a:cubicBezTo>
                    <a:pt x="79" y="214"/>
                    <a:pt x="79" y="214"/>
                    <a:pt x="79" y="214"/>
                  </a:cubicBezTo>
                  <a:cubicBezTo>
                    <a:pt x="37" y="214"/>
                    <a:pt x="37" y="214"/>
                    <a:pt x="37" y="214"/>
                  </a:cubicBezTo>
                  <a:cubicBezTo>
                    <a:pt x="37" y="145"/>
                    <a:pt x="37" y="145"/>
                    <a:pt x="37" y="145"/>
                  </a:cubicBezTo>
                  <a:cubicBezTo>
                    <a:pt x="37" y="124"/>
                    <a:pt x="54" y="106"/>
                    <a:pt x="75" y="106"/>
                  </a:cubicBezTo>
                  <a:cubicBezTo>
                    <a:pt x="79" y="106"/>
                    <a:pt x="83" y="107"/>
                    <a:pt x="86" y="108"/>
                  </a:cubicBezTo>
                  <a:cubicBezTo>
                    <a:pt x="81" y="117"/>
                    <a:pt x="79" y="127"/>
                    <a:pt x="79" y="137"/>
                  </a:cubicBezTo>
                  <a:close/>
                  <a:moveTo>
                    <a:pt x="88" y="237"/>
                  </a:moveTo>
                  <a:cubicBezTo>
                    <a:pt x="200" y="237"/>
                    <a:pt x="200" y="237"/>
                    <a:pt x="200" y="237"/>
                  </a:cubicBezTo>
                  <a:cubicBezTo>
                    <a:pt x="200" y="137"/>
                    <a:pt x="200" y="137"/>
                    <a:pt x="200" y="137"/>
                  </a:cubicBezTo>
                  <a:cubicBezTo>
                    <a:pt x="200" y="106"/>
                    <a:pt x="174" y="81"/>
                    <a:pt x="144" y="81"/>
                  </a:cubicBezTo>
                  <a:cubicBezTo>
                    <a:pt x="113" y="81"/>
                    <a:pt x="88" y="106"/>
                    <a:pt x="88" y="137"/>
                  </a:cubicBezTo>
                  <a:lnTo>
                    <a:pt x="88" y="2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73" name="Group 3"/>
          <p:cNvGrpSpPr/>
          <p:nvPr>
            <p:custDataLst>
              <p:tags r:id="rId5"/>
            </p:custDataLst>
          </p:nvPr>
        </p:nvGrpSpPr>
        <p:grpSpPr>
          <a:xfrm>
            <a:off x="445051" y="3445387"/>
            <a:ext cx="842035" cy="838239"/>
            <a:chOff x="7235806" y="4719863"/>
            <a:chExt cx="1140534" cy="1140533"/>
          </a:xfrm>
        </p:grpSpPr>
        <p:sp>
          <p:nvSpPr>
            <p:cNvPr id="74" name="Oval 32"/>
            <p:cNvSpPr/>
            <p:nvPr>
              <p:custDataLst>
                <p:tags r:id="rId6"/>
              </p:custDataLst>
            </p:nvPr>
          </p:nvSpPr>
          <p:spPr>
            <a:xfrm>
              <a:off x="7235806" y="4719863"/>
              <a:ext cx="1140534" cy="1140533"/>
            </a:xfrm>
            <a:prstGeom prst="ellipse">
              <a:avLst/>
            </a:prstGeom>
            <a:solidFill>
              <a:srgbClr val="0070C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latin typeface="inpin heiti" panose="00000500000000000000" pitchFamily="2" charset="-122"/>
                <a:ea typeface="inpin heiti" panose="00000500000000000000" pitchFamily="2" charset="-122"/>
                <a:cs typeface="Open Sans" panose="020B0606030504020204" pitchFamily="34" charset="0"/>
                <a:sym typeface="inpin heiti" panose="00000500000000000000" pitchFamily="2" charset="-122"/>
              </a:endParaRPr>
            </a:p>
          </p:txBody>
        </p:sp>
        <p:grpSp>
          <p:nvGrpSpPr>
            <p:cNvPr id="75" name="Group 61"/>
            <p:cNvGrpSpPr/>
            <p:nvPr/>
          </p:nvGrpSpPr>
          <p:grpSpPr>
            <a:xfrm>
              <a:off x="7577135" y="5063525"/>
              <a:ext cx="467425" cy="453208"/>
              <a:chOff x="4411266" y="2303265"/>
              <a:chExt cx="325040" cy="315154"/>
            </a:xfrm>
            <a:solidFill>
              <a:schemeClr val="bg1"/>
            </a:solidFill>
          </p:grpSpPr>
          <p:sp>
            <p:nvSpPr>
              <p:cNvPr id="76" name="Freeform 28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4411266" y="2336007"/>
                <a:ext cx="291108" cy="282412"/>
              </a:xfrm>
              <a:custGeom>
                <a:avLst/>
                <a:gdLst>
                  <a:gd name="T0" fmla="*/ 417 w 21600"/>
                  <a:gd name="T1" fmla="*/ 102 h 21600"/>
                  <a:gd name="T2" fmla="*/ 384 w 21600"/>
                  <a:gd name="T3" fmla="*/ 65 h 21600"/>
                  <a:gd name="T4" fmla="*/ 316 w 21600"/>
                  <a:gd name="T5" fmla="*/ 0 h 21600"/>
                  <a:gd name="T6" fmla="*/ 283 w 21600"/>
                  <a:gd name="T7" fmla="*/ 33 h 21600"/>
                  <a:gd name="T8" fmla="*/ 149 w 21600"/>
                  <a:gd name="T9" fmla="*/ 102 h 21600"/>
                  <a:gd name="T10" fmla="*/ 0 w 21600"/>
                  <a:gd name="T11" fmla="*/ 465 h 21600"/>
                  <a:gd name="T12" fmla="*/ 182 w 21600"/>
                  <a:gd name="T13" fmla="*/ 265 h 21600"/>
                  <a:gd name="T14" fmla="*/ 182 w 21600"/>
                  <a:gd name="T15" fmla="*/ 265 h 21600"/>
                  <a:gd name="T16" fmla="*/ 197 w 21600"/>
                  <a:gd name="T17" fmla="*/ 181 h 21600"/>
                  <a:gd name="T18" fmla="*/ 302 w 21600"/>
                  <a:gd name="T19" fmla="*/ 181 h 21600"/>
                  <a:gd name="T20" fmla="*/ 302 w 21600"/>
                  <a:gd name="T21" fmla="*/ 283 h 21600"/>
                  <a:gd name="T22" fmla="*/ 216 w 21600"/>
                  <a:gd name="T23" fmla="*/ 297 h 21600"/>
                  <a:gd name="T24" fmla="*/ 216 w 21600"/>
                  <a:gd name="T25" fmla="*/ 297 h 21600"/>
                  <a:gd name="T26" fmla="*/ 10 w 21600"/>
                  <a:gd name="T27" fmla="*/ 474 h 21600"/>
                  <a:gd name="T28" fmla="*/ 384 w 21600"/>
                  <a:gd name="T29" fmla="*/ 330 h 21600"/>
                  <a:gd name="T30" fmla="*/ 451 w 21600"/>
                  <a:gd name="T31" fmla="*/ 200 h 21600"/>
                  <a:gd name="T32" fmla="*/ 489 w 21600"/>
                  <a:gd name="T33" fmla="*/ 167 h 21600"/>
                  <a:gd name="T34" fmla="*/ 417 w 21600"/>
                  <a:gd name="T35" fmla="*/ 102 h 21600"/>
                  <a:gd name="T36" fmla="*/ 417 w 21600"/>
                  <a:gd name="T37" fmla="*/ 102 h 2160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1600" h="21600">
                    <a:moveTo>
                      <a:pt x="18424" y="4659"/>
                    </a:moveTo>
                    <a:cubicBezTo>
                      <a:pt x="16941" y="2965"/>
                      <a:pt x="16941" y="2965"/>
                      <a:pt x="16941" y="2965"/>
                    </a:cubicBezTo>
                    <a:cubicBezTo>
                      <a:pt x="13976" y="0"/>
                      <a:pt x="13976" y="0"/>
                      <a:pt x="13976" y="0"/>
                    </a:cubicBezTo>
                    <a:cubicBezTo>
                      <a:pt x="13976" y="0"/>
                      <a:pt x="13976" y="0"/>
                      <a:pt x="12494" y="1482"/>
                    </a:cubicBezTo>
                    <a:cubicBezTo>
                      <a:pt x="11012" y="2965"/>
                      <a:pt x="6565" y="4659"/>
                      <a:pt x="6565" y="4659"/>
                    </a:cubicBezTo>
                    <a:cubicBezTo>
                      <a:pt x="0" y="21176"/>
                      <a:pt x="0" y="21176"/>
                      <a:pt x="0" y="21176"/>
                    </a:cubicBezTo>
                    <a:cubicBezTo>
                      <a:pt x="8047" y="12071"/>
                      <a:pt x="8047" y="12071"/>
                      <a:pt x="8047" y="12071"/>
                    </a:cubicBezTo>
                    <a:cubicBezTo>
                      <a:pt x="7624" y="10800"/>
                      <a:pt x="7835" y="9318"/>
                      <a:pt x="8682" y="8259"/>
                    </a:cubicBezTo>
                    <a:cubicBezTo>
                      <a:pt x="9953" y="6988"/>
                      <a:pt x="12071" y="6988"/>
                      <a:pt x="13341" y="8259"/>
                    </a:cubicBezTo>
                    <a:cubicBezTo>
                      <a:pt x="14400" y="9529"/>
                      <a:pt x="14400" y="11647"/>
                      <a:pt x="13341" y="12918"/>
                    </a:cubicBezTo>
                    <a:cubicBezTo>
                      <a:pt x="12282" y="13765"/>
                      <a:pt x="10800" y="13976"/>
                      <a:pt x="9529" y="13553"/>
                    </a:cubicBezTo>
                    <a:cubicBezTo>
                      <a:pt x="424" y="21600"/>
                      <a:pt x="424" y="21600"/>
                      <a:pt x="424" y="21600"/>
                    </a:cubicBezTo>
                    <a:cubicBezTo>
                      <a:pt x="16941" y="15035"/>
                      <a:pt x="16941" y="15035"/>
                      <a:pt x="16941" y="15035"/>
                    </a:cubicBezTo>
                    <a:cubicBezTo>
                      <a:pt x="16941" y="15035"/>
                      <a:pt x="18424" y="10588"/>
                      <a:pt x="19906" y="9106"/>
                    </a:cubicBezTo>
                    <a:cubicBezTo>
                      <a:pt x="21600" y="7624"/>
                      <a:pt x="21600" y="7624"/>
                      <a:pt x="21600" y="7624"/>
                    </a:cubicBezTo>
                    <a:lnTo>
                      <a:pt x="18424" y="4659"/>
                    </a:lnTo>
                    <a:close/>
                    <a:moveTo>
                      <a:pt x="18424" y="4659"/>
                    </a:moveTo>
                  </a:path>
                </a:pathLst>
              </a:custGeom>
              <a:grpFill/>
              <a:ln>
                <a:noFill/>
              </a:ln>
            </p:spPr>
            <p:txBody>
              <a:bodyPr lIns="0" tIns="0" rIns="0" bIns="0"/>
              <a:lstStyle/>
              <a:p>
                <a:endParaRPr 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77" name="Freeform 30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4619625" y="2303265"/>
                <a:ext cx="116681" cy="113109"/>
              </a:xfrm>
              <a:custGeom>
                <a:avLst/>
                <a:gdLst>
                  <a:gd name="T0" fmla="*/ 24 w 21600"/>
                  <a:gd name="T1" fmla="*/ 0 h 21600"/>
                  <a:gd name="T2" fmla="*/ 196 w 21600"/>
                  <a:gd name="T3" fmla="*/ 167 h 21600"/>
                  <a:gd name="T4" fmla="*/ 172 w 21600"/>
                  <a:gd name="T5" fmla="*/ 190 h 21600"/>
                  <a:gd name="T6" fmla="*/ 0 w 21600"/>
                  <a:gd name="T7" fmla="*/ 23 h 21600"/>
                  <a:gd name="T8" fmla="*/ 24 w 21600"/>
                  <a:gd name="T9" fmla="*/ 0 h 21600"/>
                  <a:gd name="T10" fmla="*/ 24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667" y="0"/>
                    </a:moveTo>
                    <a:lnTo>
                      <a:pt x="21600" y="18933"/>
                    </a:lnTo>
                    <a:lnTo>
                      <a:pt x="18933" y="21600"/>
                    </a:lnTo>
                    <a:lnTo>
                      <a:pt x="0" y="2667"/>
                    </a:lnTo>
                    <a:lnTo>
                      <a:pt x="2667" y="0"/>
                    </a:lnTo>
                    <a:close/>
                    <a:moveTo>
                      <a:pt x="2667" y="0"/>
                    </a:moveTo>
                  </a:path>
                </a:pathLst>
              </a:custGeom>
              <a:grpFill/>
              <a:ln>
                <a:noFill/>
              </a:ln>
            </p:spPr>
            <p:txBody>
              <a:bodyPr lIns="0" tIns="0" rIns="0" bIns="0"/>
              <a:lstStyle/>
              <a:p>
                <a:endParaRPr 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</p:grpSp>
      <p:sp>
        <p:nvSpPr>
          <p:cNvPr id="4" name="矩形 3"/>
          <p:cNvSpPr/>
          <p:nvPr>
            <p:custDataLst>
              <p:tags r:id="rId9"/>
            </p:custDataLst>
          </p:nvPr>
        </p:nvSpPr>
        <p:spPr>
          <a:xfrm>
            <a:off x="1531620" y="2197100"/>
            <a:ext cx="2708275" cy="406400"/>
          </a:xfrm>
          <a:prstGeom prst="rect">
            <a:avLst/>
          </a:prstGeom>
        </p:spPr>
        <p:txBody>
          <a:bodyPr wrap="square" lIns="67391" tIns="33696" rIns="67391" bIns="33696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√</a:t>
            </a:r>
            <a:r>
              <a:rPr lang="zh-CN" altLang="en-US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真实感强，个性化反馈</a:t>
            </a:r>
            <a:endParaRPr lang="zh-CN" altLang="en-US" sz="1000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1000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" name="矩形 4"/>
          <p:cNvSpPr/>
          <p:nvPr>
            <p:custDataLst>
              <p:tags r:id="rId10"/>
            </p:custDataLst>
          </p:nvPr>
        </p:nvSpPr>
        <p:spPr>
          <a:xfrm>
            <a:off x="1531620" y="2447925"/>
            <a:ext cx="2708275" cy="406400"/>
          </a:xfrm>
          <a:prstGeom prst="rect">
            <a:avLst/>
          </a:prstGeom>
        </p:spPr>
        <p:txBody>
          <a:bodyPr wrap="square" lIns="67391" tIns="33696" rIns="67391" bIns="33696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×</a:t>
            </a:r>
            <a:r>
              <a:rPr lang="zh-CN" altLang="en-US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资源有限，流程繁琐</a:t>
            </a:r>
            <a:endParaRPr lang="zh-CN" altLang="en-US" sz="1200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1200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1" name="矩形 10"/>
          <p:cNvSpPr/>
          <p:nvPr>
            <p:custDataLst>
              <p:tags r:id="rId11"/>
            </p:custDataLst>
          </p:nvPr>
        </p:nvSpPr>
        <p:spPr>
          <a:xfrm>
            <a:off x="1531620" y="3375025"/>
            <a:ext cx="2708275" cy="406400"/>
          </a:xfrm>
          <a:prstGeom prst="rect">
            <a:avLst/>
          </a:prstGeom>
        </p:spPr>
        <p:txBody>
          <a:bodyPr wrap="square" lIns="67391" tIns="33696" rIns="67391" bIns="33696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0070C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题库</a:t>
            </a:r>
            <a:r>
              <a:rPr lang="en-US" altLang="zh-CN" sz="1400" b="1" dirty="0">
                <a:solidFill>
                  <a:srgbClr val="0070C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/</a:t>
            </a:r>
            <a:r>
              <a:rPr lang="zh-CN" altLang="en-US" sz="1400" b="1" dirty="0">
                <a:solidFill>
                  <a:srgbClr val="0070C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面经社区</a:t>
            </a:r>
            <a:endParaRPr lang="zh-CN" altLang="en-US" sz="1400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2" name="矩形 11"/>
          <p:cNvSpPr/>
          <p:nvPr>
            <p:custDataLst>
              <p:tags r:id="rId12"/>
            </p:custDataLst>
          </p:nvPr>
        </p:nvSpPr>
        <p:spPr>
          <a:xfrm>
            <a:off x="1514475" y="3700145"/>
            <a:ext cx="2708275" cy="406400"/>
          </a:xfrm>
          <a:prstGeom prst="rect">
            <a:avLst/>
          </a:prstGeom>
        </p:spPr>
        <p:txBody>
          <a:bodyPr wrap="square" lIns="67391" tIns="33696" rIns="67391" bIns="33696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√</a:t>
            </a:r>
            <a:r>
              <a:rPr lang="zh-CN" altLang="en-US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成本低，快速上手</a:t>
            </a:r>
            <a:endParaRPr lang="zh-CN" altLang="en-US" sz="1200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1200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" name="矩形 12"/>
          <p:cNvSpPr/>
          <p:nvPr>
            <p:custDataLst>
              <p:tags r:id="rId13"/>
            </p:custDataLst>
          </p:nvPr>
        </p:nvSpPr>
        <p:spPr>
          <a:xfrm>
            <a:off x="1514475" y="3950970"/>
            <a:ext cx="2708275" cy="406400"/>
          </a:xfrm>
          <a:prstGeom prst="rect">
            <a:avLst/>
          </a:prstGeom>
        </p:spPr>
        <p:txBody>
          <a:bodyPr wrap="square" lIns="67391" tIns="33696" rIns="67391" bIns="33696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×</a:t>
            </a:r>
            <a:r>
              <a:rPr lang="zh-CN" altLang="en-US" sz="12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单向交互，缺乏真实场景</a:t>
            </a:r>
            <a:endParaRPr lang="zh-CN" altLang="en-US" sz="1200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1200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20970" y="2979420"/>
            <a:ext cx="2628900" cy="169227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15"/>
          <a:stretch>
            <a:fillRect/>
          </a:stretch>
        </p:blipFill>
        <p:spPr>
          <a:xfrm>
            <a:off x="-2147483648" y="-2147483648"/>
            <a:ext cx="2147011200" cy="214701120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16"/>
          <a:stretch>
            <a:fillRect/>
          </a:stretch>
        </p:blipFill>
        <p:spPr>
          <a:xfrm>
            <a:off x="5220970" y="1296035"/>
            <a:ext cx="2521585" cy="1475105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27"/>
    </mc:Choice>
    <mc:Fallback>
      <p:transition spd="slow" advTm="332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223192" y="287908"/>
            <a:ext cx="2880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7950" y="287908"/>
            <a:ext cx="721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8" name="TextBox 13"/>
          <p:cNvSpPr txBox="1"/>
          <p:nvPr/>
        </p:nvSpPr>
        <p:spPr>
          <a:xfrm>
            <a:off x="324098" y="272139"/>
            <a:ext cx="2304256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项目背景</a:t>
            </a:r>
            <a:endParaRPr lang="zh-CN" altLang="en-US" sz="1800" b="1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11175" y="1030605"/>
            <a:ext cx="44958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2700" b="1" dirty="0">
                <a:solidFill>
                  <a:srgbClr val="0070C0"/>
                </a:solidFill>
                <a:latin typeface="inpin heiti" panose="00000500000000000000" pitchFamily="2" charset="-122"/>
                <a:ea typeface="inpin heiti" panose="00000500000000000000" pitchFamily="2" charset="-122"/>
                <a:cs typeface="微软雅黑 Light" panose="020B0502040204020203" charset="-122"/>
                <a:sym typeface="inpin heiti" panose="00000500000000000000" pitchFamily="2" charset="-122"/>
              </a:rPr>
              <a:t>现有方案</a:t>
            </a:r>
            <a:endParaRPr kumimoji="1" lang="zh-CN" altLang="en-US" sz="2700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cs typeface="微软雅黑 Light" panose="020B0502040204020203" charset="-122"/>
              <a:sym typeface="inpin heiti" panose="00000500000000000000" pitchFamily="2" charset="-122"/>
            </a:endParaRPr>
          </a:p>
        </p:txBody>
      </p:sp>
      <p:sp>
        <p:nvSpPr>
          <p:cNvPr id="74" name="Oval 32"/>
          <p:cNvSpPr/>
          <p:nvPr>
            <p:custDataLst>
              <p:tags r:id="rId1"/>
            </p:custDataLst>
          </p:nvPr>
        </p:nvSpPr>
        <p:spPr>
          <a:xfrm>
            <a:off x="445135" y="1871980"/>
            <a:ext cx="842010" cy="838200"/>
          </a:xfrm>
          <a:prstGeom prst="ellipse">
            <a:avLst/>
          </a:prstGeom>
          <a:solidFill>
            <a:srgbClr val="0070C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latin typeface="inpin heiti" panose="00000500000000000000" pitchFamily="2" charset="-122"/>
              <a:ea typeface="inpin heiti" panose="00000500000000000000" pitchFamily="2" charset="-122"/>
              <a:cs typeface="Open Sans" panose="020B0606030504020204" pitchFamily="34" charset="0"/>
              <a:sym typeface="inpin heiti" panose="00000500000000000000" pitchFamily="2" charset="-122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1531620" y="1871980"/>
            <a:ext cx="2708275" cy="406400"/>
          </a:xfrm>
          <a:prstGeom prst="rect">
            <a:avLst/>
          </a:prstGeom>
        </p:spPr>
        <p:txBody>
          <a:bodyPr wrap="square" lIns="67391" tIns="33696" rIns="67391" bIns="33696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rgbClr val="0070C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AI</a:t>
            </a:r>
            <a:r>
              <a:rPr lang="zh-CN" altLang="en-US" sz="1400" b="1" dirty="0">
                <a:solidFill>
                  <a:srgbClr val="0070C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面试</a:t>
            </a:r>
            <a:endParaRPr lang="zh-CN" altLang="en-US" sz="1400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1400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grpSp>
        <p:nvGrpSpPr>
          <p:cNvPr id="29" name="Group 20"/>
          <p:cNvGrpSpPr/>
          <p:nvPr/>
        </p:nvGrpSpPr>
        <p:grpSpPr>
          <a:xfrm>
            <a:off x="677894" y="2080016"/>
            <a:ext cx="366875" cy="365221"/>
            <a:chOff x="3275013" y="2108200"/>
            <a:chExt cx="376238" cy="376238"/>
          </a:xfrm>
          <a:solidFill>
            <a:schemeClr val="bg1"/>
          </a:solidFill>
        </p:grpSpPr>
        <p:sp>
          <p:nvSpPr>
            <p:cNvPr id="30" name="Freeform 58"/>
            <p:cNvSpPr/>
            <p:nvPr/>
          </p:nvSpPr>
          <p:spPr bwMode="auto">
            <a:xfrm>
              <a:off x="3333750" y="2149475"/>
              <a:ext cx="41275" cy="41275"/>
            </a:xfrm>
            <a:custGeom>
              <a:avLst/>
              <a:gdLst>
                <a:gd name="T0" fmla="*/ 6 w 7"/>
                <a:gd name="T1" fmla="*/ 4 h 7"/>
                <a:gd name="T2" fmla="*/ 4 w 7"/>
                <a:gd name="T3" fmla="*/ 1 h 7"/>
                <a:gd name="T4" fmla="*/ 1 w 7"/>
                <a:gd name="T5" fmla="*/ 1 h 7"/>
                <a:gd name="T6" fmla="*/ 1 w 7"/>
                <a:gd name="T7" fmla="*/ 4 h 7"/>
                <a:gd name="T8" fmla="*/ 4 w 7"/>
                <a:gd name="T9" fmla="*/ 7 h 7"/>
                <a:gd name="T10" fmla="*/ 6 w 7"/>
                <a:gd name="T11" fmla="*/ 7 h 7"/>
                <a:gd name="T12" fmla="*/ 6 w 7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7">
                  <a:moveTo>
                    <a:pt x="6" y="4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6" y="7"/>
                    <a:pt x="6" y="7"/>
                  </a:cubicBezTo>
                  <a:cubicBezTo>
                    <a:pt x="7" y="6"/>
                    <a:pt x="7" y="5"/>
                    <a:pt x="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1" name="Freeform 59"/>
            <p:cNvSpPr/>
            <p:nvPr/>
          </p:nvSpPr>
          <p:spPr bwMode="auto">
            <a:xfrm>
              <a:off x="3275013" y="2273300"/>
              <a:ext cx="47625" cy="22225"/>
            </a:xfrm>
            <a:custGeom>
              <a:avLst/>
              <a:gdLst>
                <a:gd name="T0" fmla="*/ 6 w 8"/>
                <a:gd name="T1" fmla="*/ 0 h 4"/>
                <a:gd name="T2" fmla="*/ 2 w 8"/>
                <a:gd name="T3" fmla="*/ 0 h 4"/>
                <a:gd name="T4" fmla="*/ 0 w 8"/>
                <a:gd name="T5" fmla="*/ 2 h 4"/>
                <a:gd name="T6" fmla="*/ 2 w 8"/>
                <a:gd name="T7" fmla="*/ 4 h 4"/>
                <a:gd name="T8" fmla="*/ 6 w 8"/>
                <a:gd name="T9" fmla="*/ 4 h 4"/>
                <a:gd name="T10" fmla="*/ 8 w 8"/>
                <a:gd name="T11" fmla="*/ 2 h 4"/>
                <a:gd name="T12" fmla="*/ 6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8" y="3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2" name="Freeform 60"/>
            <p:cNvSpPr/>
            <p:nvPr/>
          </p:nvSpPr>
          <p:spPr bwMode="auto">
            <a:xfrm>
              <a:off x="3605213" y="2295525"/>
              <a:ext cx="46038" cy="23813"/>
            </a:xfrm>
            <a:custGeom>
              <a:avLst/>
              <a:gdLst>
                <a:gd name="T0" fmla="*/ 6 w 8"/>
                <a:gd name="T1" fmla="*/ 0 h 4"/>
                <a:gd name="T2" fmla="*/ 2 w 8"/>
                <a:gd name="T3" fmla="*/ 0 h 4"/>
                <a:gd name="T4" fmla="*/ 0 w 8"/>
                <a:gd name="T5" fmla="*/ 2 h 4"/>
                <a:gd name="T6" fmla="*/ 2 w 8"/>
                <a:gd name="T7" fmla="*/ 4 h 4"/>
                <a:gd name="T8" fmla="*/ 6 w 8"/>
                <a:gd name="T9" fmla="*/ 4 h 4"/>
                <a:gd name="T10" fmla="*/ 8 w 8"/>
                <a:gd name="T11" fmla="*/ 2 h 4"/>
                <a:gd name="T12" fmla="*/ 6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8" y="3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3" name="Freeform 61"/>
            <p:cNvSpPr/>
            <p:nvPr/>
          </p:nvSpPr>
          <p:spPr bwMode="auto">
            <a:xfrm>
              <a:off x="3568700" y="2166938"/>
              <a:ext cx="41275" cy="41275"/>
            </a:xfrm>
            <a:custGeom>
              <a:avLst/>
              <a:gdLst>
                <a:gd name="T0" fmla="*/ 6 w 7"/>
                <a:gd name="T1" fmla="*/ 1 h 7"/>
                <a:gd name="T2" fmla="*/ 3 w 7"/>
                <a:gd name="T3" fmla="*/ 1 h 7"/>
                <a:gd name="T4" fmla="*/ 0 w 7"/>
                <a:gd name="T5" fmla="*/ 4 h 7"/>
                <a:gd name="T6" fmla="*/ 0 w 7"/>
                <a:gd name="T7" fmla="*/ 6 h 7"/>
                <a:gd name="T8" fmla="*/ 3 w 7"/>
                <a:gd name="T9" fmla="*/ 6 h 7"/>
                <a:gd name="T10" fmla="*/ 6 w 7"/>
                <a:gd name="T11" fmla="*/ 4 h 7"/>
                <a:gd name="T12" fmla="*/ 6 w 7"/>
                <a:gd name="T13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7">
                  <a:moveTo>
                    <a:pt x="6" y="1"/>
                  </a:moveTo>
                  <a:cubicBezTo>
                    <a:pt x="5" y="0"/>
                    <a:pt x="4" y="0"/>
                    <a:pt x="3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6"/>
                    <a:pt x="0" y="6"/>
                  </a:cubicBezTo>
                  <a:cubicBezTo>
                    <a:pt x="1" y="7"/>
                    <a:pt x="2" y="7"/>
                    <a:pt x="3" y="6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3"/>
                    <a:pt x="7" y="2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4" name="Freeform 62"/>
            <p:cNvSpPr/>
            <p:nvPr/>
          </p:nvSpPr>
          <p:spPr bwMode="auto">
            <a:xfrm>
              <a:off x="3463925" y="2108200"/>
              <a:ext cx="23813" cy="47625"/>
            </a:xfrm>
            <a:custGeom>
              <a:avLst/>
              <a:gdLst>
                <a:gd name="T0" fmla="*/ 2 w 4"/>
                <a:gd name="T1" fmla="*/ 8 h 8"/>
                <a:gd name="T2" fmla="*/ 3 w 4"/>
                <a:gd name="T3" fmla="*/ 7 h 8"/>
                <a:gd name="T4" fmla="*/ 4 w 4"/>
                <a:gd name="T5" fmla="*/ 6 h 8"/>
                <a:gd name="T6" fmla="*/ 4 w 4"/>
                <a:gd name="T7" fmla="*/ 2 h 8"/>
                <a:gd name="T8" fmla="*/ 2 w 4"/>
                <a:gd name="T9" fmla="*/ 0 h 8"/>
                <a:gd name="T10" fmla="*/ 0 w 4"/>
                <a:gd name="T11" fmla="*/ 1 h 8"/>
                <a:gd name="T12" fmla="*/ 0 w 4"/>
                <a:gd name="T13" fmla="*/ 2 h 8"/>
                <a:gd name="T14" fmla="*/ 0 w 4"/>
                <a:gd name="T15" fmla="*/ 6 h 8"/>
                <a:gd name="T16" fmla="*/ 2 w 4"/>
                <a:gd name="T1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8">
                  <a:moveTo>
                    <a:pt x="2" y="8"/>
                  </a:moveTo>
                  <a:cubicBezTo>
                    <a:pt x="3" y="8"/>
                    <a:pt x="3" y="8"/>
                    <a:pt x="3" y="7"/>
                  </a:cubicBezTo>
                  <a:cubicBezTo>
                    <a:pt x="4" y="7"/>
                    <a:pt x="4" y="7"/>
                    <a:pt x="4" y="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5" name="Freeform 63"/>
            <p:cNvSpPr>
              <a:spLocks noEditPoints="1"/>
            </p:cNvSpPr>
            <p:nvPr/>
          </p:nvSpPr>
          <p:spPr bwMode="auto">
            <a:xfrm>
              <a:off x="3368675" y="2201863"/>
              <a:ext cx="188913" cy="211138"/>
            </a:xfrm>
            <a:custGeom>
              <a:avLst/>
              <a:gdLst>
                <a:gd name="T0" fmla="*/ 16 w 32"/>
                <a:gd name="T1" fmla="*/ 0 h 36"/>
                <a:gd name="T2" fmla="*/ 0 w 32"/>
                <a:gd name="T3" fmla="*/ 16 h 36"/>
                <a:gd name="T4" fmla="*/ 8 w 32"/>
                <a:gd name="T5" fmla="*/ 30 h 36"/>
                <a:gd name="T6" fmla="*/ 8 w 32"/>
                <a:gd name="T7" fmla="*/ 36 h 36"/>
                <a:gd name="T8" fmla="*/ 24 w 32"/>
                <a:gd name="T9" fmla="*/ 36 h 36"/>
                <a:gd name="T10" fmla="*/ 24 w 32"/>
                <a:gd name="T11" fmla="*/ 30 h 36"/>
                <a:gd name="T12" fmla="*/ 32 w 32"/>
                <a:gd name="T13" fmla="*/ 16 h 36"/>
                <a:gd name="T14" fmla="*/ 16 w 32"/>
                <a:gd name="T15" fmla="*/ 0 h 36"/>
                <a:gd name="T16" fmla="*/ 22 w 32"/>
                <a:gd name="T17" fmla="*/ 26 h 36"/>
                <a:gd name="T18" fmla="*/ 20 w 32"/>
                <a:gd name="T19" fmla="*/ 27 h 36"/>
                <a:gd name="T20" fmla="*/ 20 w 32"/>
                <a:gd name="T21" fmla="*/ 30 h 36"/>
                <a:gd name="T22" fmla="*/ 20 w 32"/>
                <a:gd name="T23" fmla="*/ 32 h 36"/>
                <a:gd name="T24" fmla="*/ 12 w 32"/>
                <a:gd name="T25" fmla="*/ 32 h 36"/>
                <a:gd name="T26" fmla="*/ 12 w 32"/>
                <a:gd name="T27" fmla="*/ 30 h 36"/>
                <a:gd name="T28" fmla="*/ 12 w 32"/>
                <a:gd name="T29" fmla="*/ 27 h 36"/>
                <a:gd name="T30" fmla="*/ 10 w 32"/>
                <a:gd name="T31" fmla="*/ 26 h 36"/>
                <a:gd name="T32" fmla="*/ 4 w 32"/>
                <a:gd name="T33" fmla="*/ 16 h 36"/>
                <a:gd name="T34" fmla="*/ 16 w 32"/>
                <a:gd name="T35" fmla="*/ 4 h 36"/>
                <a:gd name="T36" fmla="*/ 28 w 32"/>
                <a:gd name="T37" fmla="*/ 16 h 36"/>
                <a:gd name="T38" fmla="*/ 22 w 32"/>
                <a:gd name="T39" fmla="*/ 2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" h="36">
                  <a:moveTo>
                    <a:pt x="16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22"/>
                    <a:pt x="3" y="27"/>
                    <a:pt x="8" y="30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9" y="27"/>
                    <a:pt x="32" y="22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lose/>
                  <a:moveTo>
                    <a:pt x="22" y="26"/>
                  </a:moveTo>
                  <a:cubicBezTo>
                    <a:pt x="20" y="27"/>
                    <a:pt x="20" y="27"/>
                    <a:pt x="20" y="27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6" y="24"/>
                    <a:pt x="4" y="20"/>
                    <a:pt x="4" y="16"/>
                  </a:cubicBezTo>
                  <a:cubicBezTo>
                    <a:pt x="4" y="9"/>
                    <a:pt x="9" y="4"/>
                    <a:pt x="16" y="4"/>
                  </a:cubicBezTo>
                  <a:cubicBezTo>
                    <a:pt x="23" y="4"/>
                    <a:pt x="28" y="9"/>
                    <a:pt x="28" y="16"/>
                  </a:cubicBezTo>
                  <a:cubicBezTo>
                    <a:pt x="28" y="20"/>
                    <a:pt x="26" y="24"/>
                    <a:pt x="22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6" name="Freeform 64"/>
            <p:cNvSpPr/>
            <p:nvPr/>
          </p:nvSpPr>
          <p:spPr bwMode="auto">
            <a:xfrm>
              <a:off x="3416300" y="2436813"/>
              <a:ext cx="93663" cy="47625"/>
            </a:xfrm>
            <a:custGeom>
              <a:avLst/>
              <a:gdLst>
                <a:gd name="T0" fmla="*/ 0 w 16"/>
                <a:gd name="T1" fmla="*/ 4 h 8"/>
                <a:gd name="T2" fmla="*/ 4 w 16"/>
                <a:gd name="T3" fmla="*/ 4 h 8"/>
                <a:gd name="T4" fmla="*/ 4 w 16"/>
                <a:gd name="T5" fmla="*/ 4 h 8"/>
                <a:gd name="T6" fmla="*/ 8 w 16"/>
                <a:gd name="T7" fmla="*/ 8 h 8"/>
                <a:gd name="T8" fmla="*/ 12 w 16"/>
                <a:gd name="T9" fmla="*/ 4 h 8"/>
                <a:gd name="T10" fmla="*/ 12 w 16"/>
                <a:gd name="T11" fmla="*/ 4 h 8"/>
                <a:gd name="T12" fmla="*/ 16 w 16"/>
                <a:gd name="T13" fmla="*/ 4 h 8"/>
                <a:gd name="T14" fmla="*/ 16 w 16"/>
                <a:gd name="T15" fmla="*/ 0 h 8"/>
                <a:gd name="T16" fmla="*/ 0 w 16"/>
                <a:gd name="T17" fmla="*/ 0 h 8"/>
                <a:gd name="T18" fmla="*/ 0 w 16"/>
                <a:gd name="T1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8">
                  <a:moveTo>
                    <a:pt x="0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6" y="8"/>
                    <a:pt x="8" y="8"/>
                  </a:cubicBezTo>
                  <a:cubicBezTo>
                    <a:pt x="10" y="8"/>
                    <a:pt x="12" y="6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37" name="矩形 36"/>
          <p:cNvSpPr/>
          <p:nvPr>
            <p:custDataLst>
              <p:tags r:id="rId3"/>
            </p:custDataLst>
          </p:nvPr>
        </p:nvSpPr>
        <p:spPr>
          <a:xfrm>
            <a:off x="1531620" y="2232025"/>
            <a:ext cx="2708275" cy="406400"/>
          </a:xfrm>
          <a:prstGeom prst="rect">
            <a:avLst/>
          </a:prstGeom>
        </p:spPr>
        <p:txBody>
          <a:bodyPr wrap="square" lIns="67391" tIns="33696" rIns="67391" bIns="33696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×</a:t>
            </a:r>
            <a:r>
              <a:rPr lang="zh-CN" altLang="en-US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文字或语音</a:t>
            </a:r>
            <a:r>
              <a:rPr lang="zh-CN" altLang="en-US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互动，</a:t>
            </a:r>
            <a:r>
              <a:rPr lang="zh-CN" altLang="en-US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缺少多模态交互</a:t>
            </a:r>
            <a:endParaRPr lang="zh-CN" altLang="en-US" sz="1200" b="1" dirty="0">
              <a:solidFill>
                <a:srgbClr val="0070C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980" y="1080135"/>
            <a:ext cx="3033395" cy="16192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680" y="2880360"/>
            <a:ext cx="3046095" cy="167703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27"/>
    </mc:Choice>
    <mc:Fallback>
      <p:transition spd="slow" advTm="3327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223192" y="287908"/>
            <a:ext cx="2880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7950" y="287908"/>
            <a:ext cx="721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8" name="TextBox 13"/>
          <p:cNvSpPr txBox="1"/>
          <p:nvPr/>
        </p:nvSpPr>
        <p:spPr>
          <a:xfrm>
            <a:off x="324098" y="272139"/>
            <a:ext cx="2304256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项目背景</a:t>
            </a:r>
            <a:endParaRPr lang="zh-CN" altLang="en-US" sz="1800" b="1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66" name="圆角矩形 65"/>
          <p:cNvSpPr/>
          <p:nvPr>
            <p:custDataLst>
              <p:tags r:id="rId1"/>
            </p:custDataLst>
          </p:nvPr>
        </p:nvSpPr>
        <p:spPr>
          <a:xfrm>
            <a:off x="899795" y="1080135"/>
            <a:ext cx="7573645" cy="262255"/>
          </a:xfrm>
          <a:prstGeom prst="roundRect">
            <a:avLst>
              <a:gd name="adj" fmla="val 50000"/>
            </a:avLst>
          </a:prstGeom>
          <a:solidFill>
            <a:srgbClr val="2064AD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391" tIns="33696" rIns="67391" bIns="33696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endParaRPr lang="en-US" altLang="zh-CN" sz="24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70" name="椭圆 69"/>
          <p:cNvSpPr/>
          <p:nvPr>
            <p:custDataLst>
              <p:tags r:id="rId2"/>
            </p:custDataLst>
          </p:nvPr>
        </p:nvSpPr>
        <p:spPr>
          <a:xfrm>
            <a:off x="683817" y="1008480"/>
            <a:ext cx="388800" cy="3852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391" tIns="33696" rIns="67391" bIns="33696" numCol="1" spcCol="0" rtlCol="0" fromWordArt="0" anchor="ctr" anchorCtr="0" forceAA="0" compatLnSpc="1">
            <a:noAutofit/>
          </a:bodyPr>
          <a:lstStyle/>
          <a:p>
            <a:pPr algn="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endParaRPr lang="zh-CN" altLang="en-US" sz="27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756285" y="1342390"/>
            <a:ext cx="7795260" cy="1361440"/>
          </a:xfrm>
          <a:prstGeom prst="rect">
            <a:avLst/>
          </a:prstGeom>
        </p:spPr>
        <p:txBody>
          <a:bodyPr wrap="square" lIns="67391" tIns="33696" rIns="67391" bIns="33696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我们希望打造一款多模态</a:t>
            </a:r>
            <a:r>
              <a:rPr lang="en-US" altLang="zh-CN" b="1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AI</a:t>
            </a:r>
            <a:r>
              <a:rPr lang="zh-CN" altLang="en-US" b="1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面试训练平台</a:t>
            </a:r>
            <a:r>
              <a:rPr lang="zh-CN" altLang="en-US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（视频</a:t>
            </a:r>
            <a:r>
              <a:rPr lang="en-US" altLang="zh-CN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+</a:t>
            </a:r>
            <a:r>
              <a:rPr lang="zh-CN" altLang="en-US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语音</a:t>
            </a:r>
            <a:r>
              <a:rPr lang="en-US" altLang="zh-CN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+</a:t>
            </a:r>
            <a:r>
              <a:rPr lang="zh-CN" altLang="en-US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文字）</a:t>
            </a:r>
            <a:r>
              <a:rPr lang="zh-CN" altLang="en-US" b="1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，解决线下训练人力开销大，流程繁琐的问题，弥补线上训练真实感不足的短板。平台提供沉浸式模拟，个性化评价和系统化</a:t>
            </a:r>
            <a:r>
              <a:rPr lang="zh-CN" altLang="en-US" b="1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复盘。</a:t>
            </a:r>
            <a:endParaRPr lang="zh-CN" altLang="en-US" b="1" dirty="0">
              <a:solidFill>
                <a:schemeClr val="tx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40" y="2520315"/>
            <a:ext cx="7726045" cy="14795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27"/>
    </mc:Choice>
    <mc:Fallback>
      <p:transition spd="slow" advTm="3327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/>
        </p:nvSpPr>
        <p:spPr>
          <a:xfrm flipV="1">
            <a:off x="-503993" y="1656060"/>
            <a:ext cx="10009112" cy="663922"/>
          </a:xfrm>
          <a:prstGeom prst="parallelogram">
            <a:avLst>
              <a:gd name="adj" fmla="val 0"/>
            </a:avLst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56146" y="1368028"/>
            <a:ext cx="2108606" cy="1397240"/>
          </a:xfrm>
          <a:prstGeom prst="triangle">
            <a:avLst>
              <a:gd name="adj" fmla="val 50785"/>
            </a:avLst>
          </a:prstGeom>
          <a:solidFill>
            <a:srgbClr val="2064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" name="TextBox 13"/>
          <p:cNvSpPr txBox="1"/>
          <p:nvPr/>
        </p:nvSpPr>
        <p:spPr>
          <a:xfrm>
            <a:off x="684138" y="1440036"/>
            <a:ext cx="2304256" cy="8147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48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02</a:t>
            </a:r>
            <a:endParaRPr lang="en-US" sz="48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0" name="TextBox 13"/>
          <p:cNvSpPr txBox="1"/>
          <p:nvPr/>
        </p:nvSpPr>
        <p:spPr>
          <a:xfrm>
            <a:off x="3276426" y="1728068"/>
            <a:ext cx="2808312" cy="5162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价值与</a:t>
            </a:r>
            <a:r>
              <a:rPr lang="zh-CN" altLang="en-US" sz="28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意义</a:t>
            </a:r>
            <a:endParaRPr lang="zh-CN" altLang="en-US" sz="28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5" name="TextBox 13"/>
          <p:cNvSpPr txBox="1"/>
          <p:nvPr/>
        </p:nvSpPr>
        <p:spPr>
          <a:xfrm>
            <a:off x="3060402" y="2576395"/>
            <a:ext cx="2808312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chemeClr val="tx2">
                    <a:lumMod val="7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核心价值</a:t>
            </a:r>
            <a:endParaRPr lang="zh-CN" altLang="en-US" sz="1800" b="1" dirty="0">
              <a:solidFill>
                <a:schemeClr val="tx2">
                  <a:lumMod val="7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6" name="菱形 25"/>
          <p:cNvSpPr/>
          <p:nvPr/>
        </p:nvSpPr>
        <p:spPr>
          <a:xfrm>
            <a:off x="3420442" y="2584279"/>
            <a:ext cx="288032" cy="288032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7" name="TextBox 13"/>
          <p:cNvSpPr txBox="1"/>
          <p:nvPr/>
        </p:nvSpPr>
        <p:spPr>
          <a:xfrm>
            <a:off x="5096432" y="2576395"/>
            <a:ext cx="2808312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chemeClr val="tx2">
                    <a:lumMod val="7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社会价值</a:t>
            </a:r>
            <a:endParaRPr lang="zh-CN" altLang="en-US" sz="1800" b="1" dirty="0">
              <a:solidFill>
                <a:schemeClr val="tx2">
                  <a:lumMod val="7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8" name="菱形 27"/>
          <p:cNvSpPr/>
          <p:nvPr/>
        </p:nvSpPr>
        <p:spPr>
          <a:xfrm>
            <a:off x="5456472" y="2584279"/>
            <a:ext cx="288032" cy="288032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9" name="TextBox 13"/>
          <p:cNvSpPr txBox="1"/>
          <p:nvPr/>
        </p:nvSpPr>
        <p:spPr>
          <a:xfrm>
            <a:off x="3059132" y="3212665"/>
            <a:ext cx="2808312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chemeClr val="tx2">
                    <a:lumMod val="7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经济价值</a:t>
            </a:r>
            <a:endParaRPr lang="zh-CN" altLang="en-US" sz="1800" b="1" dirty="0">
              <a:solidFill>
                <a:schemeClr val="tx2">
                  <a:lumMod val="7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0" name="菱形 29"/>
          <p:cNvSpPr/>
          <p:nvPr/>
        </p:nvSpPr>
        <p:spPr>
          <a:xfrm>
            <a:off x="3419172" y="3220549"/>
            <a:ext cx="288032" cy="288032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17"/>
    </mc:Choice>
    <mc:Fallback>
      <p:transition spd="slow" advTm="6817"/>
    </mc:Fallback>
  </mc:AlternateContent>
  <p:timing>
    <p:tnLst>
      <p:par>
        <p:cTn id="1" dur="indefinite" restart="never" nodeType="tmRoot"/>
      </p:par>
    </p:tnLst>
    <p:bldLst>
      <p:bldP spid="7" grpId="0" animBg="1"/>
      <p:bldP spid="8" grpId="0" animBg="1"/>
      <p:bldP spid="9" grpId="0"/>
      <p:bldP spid="10" grpId="0"/>
      <p:bldP spid="25" grpId="0"/>
      <p:bldP spid="26" grpId="0" bldLvl="0" animBg="1"/>
      <p:bldP spid="27" grpId="0"/>
      <p:bldP spid="28" grpId="0" bldLvl="0" animBg="1"/>
      <p:bldP spid="29" grpId="0"/>
      <p:bldP spid="30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8"/>
          <p:cNvSpPr/>
          <p:nvPr>
            <p:custDataLst>
              <p:tags r:id="rId1"/>
            </p:custDataLst>
          </p:nvPr>
        </p:nvSpPr>
        <p:spPr bwMode="auto">
          <a:xfrm>
            <a:off x="972102" y="1467258"/>
            <a:ext cx="106658" cy="2478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91" tIns="33696" rIns="67391" bIns="33696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3200" dirty="0">
              <a:solidFill>
                <a:prstClr val="white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" name="Oval 2"/>
          <p:cNvSpPr/>
          <p:nvPr>
            <p:custDataLst>
              <p:tags r:id="rId2"/>
            </p:custDataLst>
          </p:nvPr>
        </p:nvSpPr>
        <p:spPr>
          <a:xfrm>
            <a:off x="3572242" y="1784260"/>
            <a:ext cx="1409728" cy="1403375"/>
          </a:xfrm>
          <a:prstGeom prst="ellipse">
            <a:avLst/>
          </a:prstGeom>
          <a:solidFill>
            <a:srgbClr val="0070C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91" tIns="33696" rIns="67391" bIns="33696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3200" dirty="0">
              <a:solidFill>
                <a:prstClr val="white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" name="Oval 37"/>
          <p:cNvSpPr/>
          <p:nvPr>
            <p:custDataLst>
              <p:tags r:id="rId3"/>
            </p:custDataLst>
          </p:nvPr>
        </p:nvSpPr>
        <p:spPr>
          <a:xfrm>
            <a:off x="5097863" y="1440036"/>
            <a:ext cx="881555" cy="879474"/>
          </a:xfrm>
          <a:prstGeom prst="ellipse">
            <a:avLst/>
          </a:prstGeom>
          <a:solidFill>
            <a:srgbClr val="00B0F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91" tIns="33696" rIns="67391" bIns="33696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3200" dirty="0">
              <a:solidFill>
                <a:prstClr val="white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" name="Oval 38"/>
          <p:cNvSpPr/>
          <p:nvPr>
            <p:custDataLst>
              <p:tags r:id="rId4"/>
            </p:custDataLst>
          </p:nvPr>
        </p:nvSpPr>
        <p:spPr>
          <a:xfrm>
            <a:off x="2574791" y="1440037"/>
            <a:ext cx="881555" cy="879474"/>
          </a:xfrm>
          <a:prstGeom prst="ellipse">
            <a:avLst/>
          </a:prstGeom>
          <a:solidFill>
            <a:srgbClr val="00B0F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91" tIns="33696" rIns="67391" bIns="33696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3200" dirty="0">
              <a:solidFill>
                <a:prstClr val="white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6" name="Oval 39"/>
          <p:cNvSpPr/>
          <p:nvPr>
            <p:custDataLst>
              <p:tags r:id="rId5"/>
            </p:custDataLst>
          </p:nvPr>
        </p:nvSpPr>
        <p:spPr>
          <a:xfrm>
            <a:off x="5097864" y="2773431"/>
            <a:ext cx="881555" cy="877582"/>
          </a:xfrm>
          <a:prstGeom prst="ellipse">
            <a:avLst/>
          </a:prstGeom>
          <a:solidFill>
            <a:srgbClr val="00B0F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91" tIns="33696" rIns="67391" bIns="33696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3200" dirty="0">
              <a:solidFill>
                <a:prstClr val="white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7" name="Oval 41"/>
          <p:cNvSpPr/>
          <p:nvPr>
            <p:custDataLst>
              <p:tags r:id="rId6"/>
            </p:custDataLst>
          </p:nvPr>
        </p:nvSpPr>
        <p:spPr>
          <a:xfrm>
            <a:off x="2574791" y="2777215"/>
            <a:ext cx="881555" cy="877581"/>
          </a:xfrm>
          <a:prstGeom prst="ellipse">
            <a:avLst/>
          </a:prstGeom>
          <a:solidFill>
            <a:srgbClr val="00B0F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91" tIns="33696" rIns="67391" bIns="33696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3200" dirty="0">
              <a:solidFill>
                <a:prstClr val="white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8" name="Straight Connector 5"/>
          <p:cNvCxnSpPr/>
          <p:nvPr>
            <p:custDataLst>
              <p:tags r:id="rId7"/>
            </p:custDataLst>
          </p:nvPr>
        </p:nvCxnSpPr>
        <p:spPr>
          <a:xfrm>
            <a:off x="3414546" y="2088768"/>
            <a:ext cx="212789" cy="92675"/>
          </a:xfrm>
          <a:prstGeom prst="line">
            <a:avLst/>
          </a:prstGeom>
          <a:ln w="19050">
            <a:solidFill>
              <a:srgbClr val="ADBA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44"/>
          <p:cNvCxnSpPr/>
          <p:nvPr>
            <p:custDataLst>
              <p:tags r:id="rId8"/>
            </p:custDataLst>
          </p:nvPr>
        </p:nvCxnSpPr>
        <p:spPr>
          <a:xfrm flipV="1">
            <a:off x="3439247" y="2856651"/>
            <a:ext cx="248887" cy="162655"/>
          </a:xfrm>
          <a:prstGeom prst="line">
            <a:avLst/>
          </a:prstGeom>
          <a:ln w="19050">
            <a:solidFill>
              <a:srgbClr val="ADBA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46"/>
          <p:cNvCxnSpPr/>
          <p:nvPr>
            <p:custDataLst>
              <p:tags r:id="rId9"/>
            </p:custDataLst>
          </p:nvPr>
        </p:nvCxnSpPr>
        <p:spPr>
          <a:xfrm flipV="1">
            <a:off x="4926870" y="2088767"/>
            <a:ext cx="229889" cy="92675"/>
          </a:xfrm>
          <a:prstGeom prst="line">
            <a:avLst/>
          </a:prstGeom>
          <a:ln w="19050">
            <a:solidFill>
              <a:srgbClr val="ADBA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48"/>
          <p:cNvCxnSpPr/>
          <p:nvPr>
            <p:custDataLst>
              <p:tags r:id="rId10"/>
            </p:custDataLst>
          </p:nvPr>
        </p:nvCxnSpPr>
        <p:spPr>
          <a:xfrm>
            <a:off x="4873673" y="2856648"/>
            <a:ext cx="275487" cy="162653"/>
          </a:xfrm>
          <a:prstGeom prst="line">
            <a:avLst/>
          </a:prstGeom>
          <a:ln w="19050">
            <a:solidFill>
              <a:srgbClr val="ADBA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470" y="2139830"/>
            <a:ext cx="609642" cy="675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组合 16"/>
          <p:cNvGrpSpPr/>
          <p:nvPr>
            <p:custDataLst>
              <p:tags r:id="rId13"/>
            </p:custDataLst>
          </p:nvPr>
        </p:nvGrpSpPr>
        <p:grpSpPr>
          <a:xfrm>
            <a:off x="5356087" y="1715365"/>
            <a:ext cx="332884" cy="328815"/>
            <a:chOff x="2447925" y="3514725"/>
            <a:chExt cx="204787" cy="203200"/>
          </a:xfrm>
          <a:solidFill>
            <a:schemeClr val="bg1"/>
          </a:solidFill>
        </p:grpSpPr>
        <p:sp>
          <p:nvSpPr>
            <p:cNvPr id="18" name="Freeform 690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2562225" y="3632200"/>
              <a:ext cx="88900" cy="85725"/>
            </a:xfrm>
            <a:custGeom>
              <a:avLst/>
              <a:gdLst>
                <a:gd name="T0" fmla="*/ 27 w 124"/>
                <a:gd name="T1" fmla="*/ 1 h 121"/>
                <a:gd name="T2" fmla="*/ 31 w 124"/>
                <a:gd name="T3" fmla="*/ 8 h 121"/>
                <a:gd name="T4" fmla="*/ 23 w 124"/>
                <a:gd name="T5" fmla="*/ 17 h 121"/>
                <a:gd name="T6" fmla="*/ 16 w 124"/>
                <a:gd name="T7" fmla="*/ 24 h 121"/>
                <a:gd name="T8" fmla="*/ 0 w 124"/>
                <a:gd name="T9" fmla="*/ 34 h 121"/>
                <a:gd name="T10" fmla="*/ 51 w 124"/>
                <a:gd name="T11" fmla="*/ 85 h 121"/>
                <a:gd name="T12" fmla="*/ 75 w 124"/>
                <a:gd name="T13" fmla="*/ 117 h 121"/>
                <a:gd name="T14" fmla="*/ 88 w 124"/>
                <a:gd name="T15" fmla="*/ 121 h 121"/>
                <a:gd name="T16" fmla="*/ 124 w 124"/>
                <a:gd name="T17" fmla="*/ 85 h 121"/>
                <a:gd name="T18" fmla="*/ 120 w 124"/>
                <a:gd name="T19" fmla="*/ 72 h 121"/>
                <a:gd name="T20" fmla="*/ 88 w 124"/>
                <a:gd name="T21" fmla="*/ 48 h 121"/>
                <a:gd name="T22" fmla="*/ 40 w 124"/>
                <a:gd name="T23" fmla="*/ 0 h 121"/>
                <a:gd name="T24" fmla="*/ 35 w 124"/>
                <a:gd name="T25" fmla="*/ 5 h 121"/>
                <a:gd name="T26" fmla="*/ 27 w 124"/>
                <a:gd name="T27" fmla="*/ 1 h 121"/>
                <a:gd name="T28" fmla="*/ 85 w 124"/>
                <a:gd name="T29" fmla="*/ 66 h 121"/>
                <a:gd name="T30" fmla="*/ 100 w 124"/>
                <a:gd name="T31" fmla="*/ 81 h 121"/>
                <a:gd name="T32" fmla="*/ 85 w 124"/>
                <a:gd name="T33" fmla="*/ 96 h 121"/>
                <a:gd name="T34" fmla="*/ 70 w 124"/>
                <a:gd name="T35" fmla="*/ 81 h 121"/>
                <a:gd name="T36" fmla="*/ 85 w 124"/>
                <a:gd name="T37" fmla="*/ 6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4" h="121">
                  <a:moveTo>
                    <a:pt x="27" y="1"/>
                  </a:moveTo>
                  <a:cubicBezTo>
                    <a:pt x="31" y="8"/>
                    <a:pt x="31" y="8"/>
                    <a:pt x="31" y="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1" y="29"/>
                    <a:pt x="6" y="32"/>
                    <a:pt x="0" y="34"/>
                  </a:cubicBezTo>
                  <a:cubicBezTo>
                    <a:pt x="51" y="85"/>
                    <a:pt x="51" y="85"/>
                    <a:pt x="51" y="85"/>
                  </a:cubicBezTo>
                  <a:cubicBezTo>
                    <a:pt x="75" y="117"/>
                    <a:pt x="75" y="117"/>
                    <a:pt x="75" y="11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124" y="85"/>
                    <a:pt x="124" y="85"/>
                    <a:pt x="124" y="85"/>
                  </a:cubicBezTo>
                  <a:cubicBezTo>
                    <a:pt x="120" y="72"/>
                    <a:pt x="120" y="72"/>
                    <a:pt x="120" y="72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5" y="5"/>
                    <a:pt x="35" y="5"/>
                    <a:pt x="35" y="5"/>
                  </a:cubicBezTo>
                  <a:lnTo>
                    <a:pt x="27" y="1"/>
                  </a:lnTo>
                  <a:close/>
                  <a:moveTo>
                    <a:pt x="85" y="66"/>
                  </a:moveTo>
                  <a:cubicBezTo>
                    <a:pt x="93" y="66"/>
                    <a:pt x="100" y="73"/>
                    <a:pt x="100" y="81"/>
                  </a:cubicBezTo>
                  <a:cubicBezTo>
                    <a:pt x="100" y="90"/>
                    <a:pt x="93" y="96"/>
                    <a:pt x="85" y="96"/>
                  </a:cubicBezTo>
                  <a:cubicBezTo>
                    <a:pt x="76" y="96"/>
                    <a:pt x="70" y="90"/>
                    <a:pt x="70" y="81"/>
                  </a:cubicBezTo>
                  <a:cubicBezTo>
                    <a:pt x="70" y="73"/>
                    <a:pt x="76" y="66"/>
                    <a:pt x="85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9" name="Freeform 691"/>
            <p:cNvSpPr/>
            <p:nvPr>
              <p:custDataLst>
                <p:tags r:id="rId15"/>
              </p:custDataLst>
            </p:nvPr>
          </p:nvSpPr>
          <p:spPr bwMode="auto">
            <a:xfrm>
              <a:off x="2447925" y="3514725"/>
              <a:ext cx="90487" cy="92075"/>
            </a:xfrm>
            <a:custGeom>
              <a:avLst/>
              <a:gdLst>
                <a:gd name="T0" fmla="*/ 105 w 129"/>
                <a:gd name="T1" fmla="*/ 102 h 129"/>
                <a:gd name="T2" fmla="*/ 113 w 129"/>
                <a:gd name="T3" fmla="*/ 93 h 129"/>
                <a:gd name="T4" fmla="*/ 121 w 129"/>
                <a:gd name="T5" fmla="*/ 97 h 129"/>
                <a:gd name="T6" fmla="*/ 117 w 129"/>
                <a:gd name="T7" fmla="*/ 90 h 129"/>
                <a:gd name="T8" fmla="*/ 125 w 129"/>
                <a:gd name="T9" fmla="*/ 82 h 129"/>
                <a:gd name="T10" fmla="*/ 126 w 129"/>
                <a:gd name="T11" fmla="*/ 81 h 129"/>
                <a:gd name="T12" fmla="*/ 129 w 129"/>
                <a:gd name="T13" fmla="*/ 67 h 129"/>
                <a:gd name="T14" fmla="*/ 62 w 129"/>
                <a:gd name="T15" fmla="*/ 0 h 129"/>
                <a:gd name="T16" fmla="*/ 56 w 129"/>
                <a:gd name="T17" fmla="*/ 6 h 129"/>
                <a:gd name="T18" fmla="*/ 81 w 129"/>
                <a:gd name="T19" fmla="*/ 46 h 129"/>
                <a:gd name="T20" fmla="*/ 46 w 129"/>
                <a:gd name="T21" fmla="*/ 81 h 129"/>
                <a:gd name="T22" fmla="*/ 6 w 129"/>
                <a:gd name="T23" fmla="*/ 56 h 129"/>
                <a:gd name="T24" fmla="*/ 0 w 129"/>
                <a:gd name="T25" fmla="*/ 62 h 129"/>
                <a:gd name="T26" fmla="*/ 67 w 129"/>
                <a:gd name="T27" fmla="*/ 129 h 129"/>
                <a:gd name="T28" fmla="*/ 86 w 129"/>
                <a:gd name="T29" fmla="*/ 123 h 129"/>
                <a:gd name="T30" fmla="*/ 88 w 129"/>
                <a:gd name="T31" fmla="*/ 125 h 129"/>
                <a:gd name="T32" fmla="*/ 98 w 129"/>
                <a:gd name="T33" fmla="*/ 109 h 129"/>
                <a:gd name="T34" fmla="*/ 105 w 129"/>
                <a:gd name="T35" fmla="*/ 10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9" h="129">
                  <a:moveTo>
                    <a:pt x="105" y="102"/>
                  </a:moveTo>
                  <a:cubicBezTo>
                    <a:pt x="113" y="93"/>
                    <a:pt x="113" y="93"/>
                    <a:pt x="113" y="93"/>
                  </a:cubicBezTo>
                  <a:cubicBezTo>
                    <a:pt x="121" y="97"/>
                    <a:pt x="121" y="97"/>
                    <a:pt x="121" y="97"/>
                  </a:cubicBezTo>
                  <a:cubicBezTo>
                    <a:pt x="117" y="90"/>
                    <a:pt x="117" y="90"/>
                    <a:pt x="117" y="90"/>
                  </a:cubicBezTo>
                  <a:cubicBezTo>
                    <a:pt x="125" y="82"/>
                    <a:pt x="125" y="82"/>
                    <a:pt x="125" y="82"/>
                  </a:cubicBezTo>
                  <a:cubicBezTo>
                    <a:pt x="126" y="81"/>
                    <a:pt x="126" y="81"/>
                    <a:pt x="126" y="81"/>
                  </a:cubicBezTo>
                  <a:cubicBezTo>
                    <a:pt x="128" y="76"/>
                    <a:pt x="129" y="71"/>
                    <a:pt x="129" y="67"/>
                  </a:cubicBezTo>
                  <a:cubicBezTo>
                    <a:pt x="129" y="33"/>
                    <a:pt x="96" y="0"/>
                    <a:pt x="62" y="0"/>
                  </a:cubicBezTo>
                  <a:cubicBezTo>
                    <a:pt x="62" y="0"/>
                    <a:pt x="58" y="4"/>
                    <a:pt x="56" y="6"/>
                  </a:cubicBezTo>
                  <a:cubicBezTo>
                    <a:pt x="83" y="33"/>
                    <a:pt x="81" y="29"/>
                    <a:pt x="81" y="46"/>
                  </a:cubicBezTo>
                  <a:cubicBezTo>
                    <a:pt x="81" y="59"/>
                    <a:pt x="59" y="81"/>
                    <a:pt x="46" y="81"/>
                  </a:cubicBezTo>
                  <a:cubicBezTo>
                    <a:pt x="29" y="81"/>
                    <a:pt x="34" y="84"/>
                    <a:pt x="6" y="56"/>
                  </a:cubicBezTo>
                  <a:cubicBezTo>
                    <a:pt x="4" y="58"/>
                    <a:pt x="0" y="62"/>
                    <a:pt x="0" y="62"/>
                  </a:cubicBezTo>
                  <a:cubicBezTo>
                    <a:pt x="1" y="96"/>
                    <a:pt x="33" y="129"/>
                    <a:pt x="67" y="129"/>
                  </a:cubicBezTo>
                  <a:cubicBezTo>
                    <a:pt x="73" y="129"/>
                    <a:pt x="80" y="127"/>
                    <a:pt x="86" y="123"/>
                  </a:cubicBezTo>
                  <a:cubicBezTo>
                    <a:pt x="88" y="125"/>
                    <a:pt x="88" y="125"/>
                    <a:pt x="88" y="125"/>
                  </a:cubicBezTo>
                  <a:cubicBezTo>
                    <a:pt x="90" y="119"/>
                    <a:pt x="93" y="114"/>
                    <a:pt x="98" y="109"/>
                  </a:cubicBezTo>
                  <a:lnTo>
                    <a:pt x="105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0" name="Freeform 692"/>
            <p:cNvSpPr/>
            <p:nvPr>
              <p:custDataLst>
                <p:tags r:id="rId16"/>
              </p:custDataLst>
            </p:nvPr>
          </p:nvSpPr>
          <p:spPr bwMode="auto">
            <a:xfrm>
              <a:off x="2447925" y="3514725"/>
              <a:ext cx="204787" cy="203200"/>
            </a:xfrm>
            <a:custGeom>
              <a:avLst/>
              <a:gdLst>
                <a:gd name="T0" fmla="*/ 280 w 291"/>
                <a:gd name="T1" fmla="*/ 27 h 287"/>
                <a:gd name="T2" fmla="*/ 260 w 291"/>
                <a:gd name="T3" fmla="*/ 8 h 287"/>
                <a:gd name="T4" fmla="*/ 241 w 291"/>
                <a:gd name="T5" fmla="*/ 0 h 287"/>
                <a:gd name="T6" fmla="*/ 222 w 291"/>
                <a:gd name="T7" fmla="*/ 8 h 287"/>
                <a:gd name="T8" fmla="*/ 137 w 291"/>
                <a:gd name="T9" fmla="*/ 93 h 287"/>
                <a:gd name="T10" fmla="*/ 133 w 291"/>
                <a:gd name="T11" fmla="*/ 110 h 287"/>
                <a:gd name="T12" fmla="*/ 122 w 291"/>
                <a:gd name="T13" fmla="*/ 114 h 287"/>
                <a:gd name="T14" fmla="*/ 116 w 291"/>
                <a:gd name="T15" fmla="*/ 113 h 287"/>
                <a:gd name="T16" fmla="*/ 109 w 291"/>
                <a:gd name="T17" fmla="*/ 120 h 287"/>
                <a:gd name="T18" fmla="*/ 109 w 291"/>
                <a:gd name="T19" fmla="*/ 159 h 287"/>
                <a:gd name="T20" fmla="*/ 110 w 291"/>
                <a:gd name="T21" fmla="*/ 160 h 287"/>
                <a:gd name="T22" fmla="*/ 44 w 291"/>
                <a:gd name="T23" fmla="*/ 227 h 287"/>
                <a:gd name="T24" fmla="*/ 26 w 291"/>
                <a:gd name="T25" fmla="*/ 234 h 287"/>
                <a:gd name="T26" fmla="*/ 0 w 291"/>
                <a:gd name="T27" fmla="*/ 271 h 287"/>
                <a:gd name="T28" fmla="*/ 17 w 291"/>
                <a:gd name="T29" fmla="*/ 287 h 287"/>
                <a:gd name="T30" fmla="*/ 54 w 291"/>
                <a:gd name="T31" fmla="*/ 261 h 287"/>
                <a:gd name="T32" fmla="*/ 60 w 291"/>
                <a:gd name="T33" fmla="*/ 243 h 287"/>
                <a:gd name="T34" fmla="*/ 127 w 291"/>
                <a:gd name="T35" fmla="*/ 177 h 287"/>
                <a:gd name="T36" fmla="*/ 129 w 291"/>
                <a:gd name="T37" fmla="*/ 179 h 287"/>
                <a:gd name="T38" fmla="*/ 148 w 291"/>
                <a:gd name="T39" fmla="*/ 187 h 287"/>
                <a:gd name="T40" fmla="*/ 167 w 291"/>
                <a:gd name="T41" fmla="*/ 179 h 287"/>
                <a:gd name="T42" fmla="*/ 175 w 291"/>
                <a:gd name="T43" fmla="*/ 171 h 287"/>
                <a:gd name="T44" fmla="*/ 178 w 291"/>
                <a:gd name="T45" fmla="*/ 155 h 287"/>
                <a:gd name="T46" fmla="*/ 190 w 291"/>
                <a:gd name="T47" fmla="*/ 150 h 287"/>
                <a:gd name="T48" fmla="*/ 195 w 291"/>
                <a:gd name="T49" fmla="*/ 151 h 287"/>
                <a:gd name="T50" fmla="*/ 280 w 291"/>
                <a:gd name="T51" fmla="*/ 66 h 287"/>
                <a:gd name="T52" fmla="*/ 280 w 291"/>
                <a:gd name="T53" fmla="*/ 27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1" h="287">
                  <a:moveTo>
                    <a:pt x="280" y="27"/>
                  </a:moveTo>
                  <a:cubicBezTo>
                    <a:pt x="260" y="8"/>
                    <a:pt x="260" y="8"/>
                    <a:pt x="260" y="8"/>
                  </a:cubicBezTo>
                  <a:cubicBezTo>
                    <a:pt x="255" y="2"/>
                    <a:pt x="248" y="0"/>
                    <a:pt x="241" y="0"/>
                  </a:cubicBezTo>
                  <a:cubicBezTo>
                    <a:pt x="234" y="0"/>
                    <a:pt x="227" y="2"/>
                    <a:pt x="222" y="8"/>
                  </a:cubicBezTo>
                  <a:cubicBezTo>
                    <a:pt x="137" y="93"/>
                    <a:pt x="137" y="93"/>
                    <a:pt x="137" y="93"/>
                  </a:cubicBezTo>
                  <a:cubicBezTo>
                    <a:pt x="139" y="98"/>
                    <a:pt x="137" y="106"/>
                    <a:pt x="133" y="110"/>
                  </a:cubicBezTo>
                  <a:cubicBezTo>
                    <a:pt x="130" y="112"/>
                    <a:pt x="126" y="114"/>
                    <a:pt x="122" y="114"/>
                  </a:cubicBezTo>
                  <a:cubicBezTo>
                    <a:pt x="120" y="114"/>
                    <a:pt x="118" y="114"/>
                    <a:pt x="116" y="113"/>
                  </a:cubicBezTo>
                  <a:cubicBezTo>
                    <a:pt x="109" y="120"/>
                    <a:pt x="109" y="120"/>
                    <a:pt x="109" y="120"/>
                  </a:cubicBezTo>
                  <a:cubicBezTo>
                    <a:pt x="98" y="131"/>
                    <a:pt x="98" y="148"/>
                    <a:pt x="109" y="159"/>
                  </a:cubicBezTo>
                  <a:cubicBezTo>
                    <a:pt x="110" y="160"/>
                    <a:pt x="110" y="160"/>
                    <a:pt x="110" y="160"/>
                  </a:cubicBezTo>
                  <a:cubicBezTo>
                    <a:pt x="44" y="227"/>
                    <a:pt x="44" y="227"/>
                    <a:pt x="44" y="227"/>
                  </a:cubicBezTo>
                  <a:cubicBezTo>
                    <a:pt x="26" y="234"/>
                    <a:pt x="26" y="234"/>
                    <a:pt x="26" y="234"/>
                  </a:cubicBezTo>
                  <a:cubicBezTo>
                    <a:pt x="0" y="271"/>
                    <a:pt x="0" y="271"/>
                    <a:pt x="0" y="271"/>
                  </a:cubicBezTo>
                  <a:cubicBezTo>
                    <a:pt x="17" y="287"/>
                    <a:pt x="17" y="287"/>
                    <a:pt x="17" y="287"/>
                  </a:cubicBezTo>
                  <a:cubicBezTo>
                    <a:pt x="54" y="261"/>
                    <a:pt x="54" y="261"/>
                    <a:pt x="54" y="261"/>
                  </a:cubicBezTo>
                  <a:cubicBezTo>
                    <a:pt x="60" y="243"/>
                    <a:pt x="60" y="243"/>
                    <a:pt x="60" y="243"/>
                  </a:cubicBezTo>
                  <a:cubicBezTo>
                    <a:pt x="127" y="177"/>
                    <a:pt x="127" y="177"/>
                    <a:pt x="127" y="177"/>
                  </a:cubicBezTo>
                  <a:cubicBezTo>
                    <a:pt x="129" y="179"/>
                    <a:pt x="129" y="179"/>
                    <a:pt x="129" y="179"/>
                  </a:cubicBezTo>
                  <a:cubicBezTo>
                    <a:pt x="134" y="184"/>
                    <a:pt x="141" y="187"/>
                    <a:pt x="148" y="187"/>
                  </a:cubicBezTo>
                  <a:cubicBezTo>
                    <a:pt x="155" y="187"/>
                    <a:pt x="162" y="184"/>
                    <a:pt x="167" y="179"/>
                  </a:cubicBezTo>
                  <a:cubicBezTo>
                    <a:pt x="175" y="171"/>
                    <a:pt x="175" y="171"/>
                    <a:pt x="175" y="171"/>
                  </a:cubicBezTo>
                  <a:cubicBezTo>
                    <a:pt x="172" y="166"/>
                    <a:pt x="174" y="159"/>
                    <a:pt x="178" y="155"/>
                  </a:cubicBezTo>
                  <a:cubicBezTo>
                    <a:pt x="181" y="152"/>
                    <a:pt x="185" y="150"/>
                    <a:pt x="190" y="150"/>
                  </a:cubicBezTo>
                  <a:cubicBezTo>
                    <a:pt x="191" y="150"/>
                    <a:pt x="193" y="150"/>
                    <a:pt x="195" y="151"/>
                  </a:cubicBezTo>
                  <a:cubicBezTo>
                    <a:pt x="280" y="66"/>
                    <a:pt x="280" y="66"/>
                    <a:pt x="280" y="66"/>
                  </a:cubicBezTo>
                  <a:cubicBezTo>
                    <a:pt x="291" y="55"/>
                    <a:pt x="291" y="38"/>
                    <a:pt x="28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7"/>
            </p:custDataLst>
          </p:nvPr>
        </p:nvGrpSpPr>
        <p:grpSpPr>
          <a:xfrm>
            <a:off x="2872794" y="3104025"/>
            <a:ext cx="268453" cy="267243"/>
            <a:chOff x="749300" y="4614863"/>
            <a:chExt cx="414338" cy="414337"/>
          </a:xfrm>
        </p:grpSpPr>
        <p:sp>
          <p:nvSpPr>
            <p:cNvPr id="22" name="Oval 69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49300" y="4614863"/>
              <a:ext cx="414338" cy="414337"/>
            </a:xfrm>
            <a:prstGeom prst="ellipse">
              <a:avLst/>
            </a:pr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0296" tIns="40148" rIns="80296" bIns="40148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sz="1200">
                <a:solidFill>
                  <a:prstClr val="black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3" name="Freeform 70"/>
            <p:cNvSpPr/>
            <p:nvPr>
              <p:custDataLst>
                <p:tags r:id="rId19"/>
              </p:custDataLst>
            </p:nvPr>
          </p:nvSpPr>
          <p:spPr bwMode="auto">
            <a:xfrm>
              <a:off x="839788" y="4740275"/>
              <a:ext cx="196850" cy="198438"/>
            </a:xfrm>
            <a:custGeom>
              <a:avLst/>
              <a:gdLst>
                <a:gd name="T0" fmla="*/ 139 w 208"/>
                <a:gd name="T1" fmla="*/ 208 h 208"/>
                <a:gd name="T2" fmla="*/ 104 w 208"/>
                <a:gd name="T3" fmla="*/ 104 h 208"/>
                <a:gd name="T4" fmla="*/ 0 w 208"/>
                <a:gd name="T5" fmla="*/ 69 h 208"/>
                <a:gd name="T6" fmla="*/ 208 w 208"/>
                <a:gd name="T7" fmla="*/ 0 h 208"/>
                <a:gd name="T8" fmla="*/ 139 w 208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208">
                  <a:moveTo>
                    <a:pt x="139" y="208"/>
                  </a:moveTo>
                  <a:lnTo>
                    <a:pt x="104" y="104"/>
                  </a:lnTo>
                  <a:lnTo>
                    <a:pt x="0" y="69"/>
                  </a:lnTo>
                  <a:lnTo>
                    <a:pt x="208" y="0"/>
                  </a:lnTo>
                  <a:lnTo>
                    <a:pt x="139" y="208"/>
                  </a:lnTo>
                  <a:close/>
                </a:path>
              </a:pathLst>
            </a:custGeom>
            <a:noFill/>
            <a:ln w="30163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80296" tIns="40148" rIns="80296" bIns="40148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sz="1200">
                <a:solidFill>
                  <a:prstClr val="black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24" name="Freeform 94"/>
          <p:cNvSpPr/>
          <p:nvPr>
            <p:custDataLst>
              <p:tags r:id="rId20"/>
            </p:custDataLst>
          </p:nvPr>
        </p:nvSpPr>
        <p:spPr bwMode="auto">
          <a:xfrm>
            <a:off x="2844854" y="1728771"/>
            <a:ext cx="332016" cy="344844"/>
          </a:xfrm>
          <a:custGeom>
            <a:avLst/>
            <a:gdLst>
              <a:gd name="T0" fmla="*/ 176 w 192"/>
              <a:gd name="T1" fmla="*/ 147 h 192"/>
              <a:gd name="T2" fmla="*/ 192 w 192"/>
              <a:gd name="T3" fmla="*/ 120 h 192"/>
              <a:gd name="T4" fmla="*/ 176 w 192"/>
              <a:gd name="T5" fmla="*/ 92 h 192"/>
              <a:gd name="T6" fmla="*/ 176 w 192"/>
              <a:gd name="T7" fmla="*/ 91 h 192"/>
              <a:gd name="T8" fmla="*/ 176 w 192"/>
              <a:gd name="T9" fmla="*/ 48 h 192"/>
              <a:gd name="T10" fmla="*/ 176 w 192"/>
              <a:gd name="T11" fmla="*/ 46 h 192"/>
              <a:gd name="T12" fmla="*/ 96 w 192"/>
              <a:gd name="T13" fmla="*/ 0 h 192"/>
              <a:gd name="T14" fmla="*/ 17 w 192"/>
              <a:gd name="T15" fmla="*/ 46 h 192"/>
              <a:gd name="T16" fmla="*/ 17 w 192"/>
              <a:gd name="T17" fmla="*/ 46 h 192"/>
              <a:gd name="T18" fmla="*/ 16 w 192"/>
              <a:gd name="T19" fmla="*/ 47 h 192"/>
              <a:gd name="T20" fmla="*/ 16 w 192"/>
              <a:gd name="T21" fmla="*/ 48 h 192"/>
              <a:gd name="T22" fmla="*/ 16 w 192"/>
              <a:gd name="T23" fmla="*/ 48 h 192"/>
              <a:gd name="T24" fmla="*/ 16 w 192"/>
              <a:gd name="T25" fmla="*/ 91 h 192"/>
              <a:gd name="T26" fmla="*/ 16 w 192"/>
              <a:gd name="T27" fmla="*/ 92 h 192"/>
              <a:gd name="T28" fmla="*/ 0 w 192"/>
              <a:gd name="T29" fmla="*/ 120 h 192"/>
              <a:gd name="T30" fmla="*/ 32 w 192"/>
              <a:gd name="T31" fmla="*/ 152 h 192"/>
              <a:gd name="T32" fmla="*/ 33 w 192"/>
              <a:gd name="T33" fmla="*/ 152 h 192"/>
              <a:gd name="T34" fmla="*/ 44 w 192"/>
              <a:gd name="T35" fmla="*/ 160 h 192"/>
              <a:gd name="T36" fmla="*/ 56 w 192"/>
              <a:gd name="T37" fmla="*/ 148 h 192"/>
              <a:gd name="T38" fmla="*/ 56 w 192"/>
              <a:gd name="T39" fmla="*/ 92 h 192"/>
              <a:gd name="T40" fmla="*/ 44 w 192"/>
              <a:gd name="T41" fmla="*/ 80 h 192"/>
              <a:gd name="T42" fmla="*/ 33 w 192"/>
              <a:gd name="T43" fmla="*/ 88 h 192"/>
              <a:gd name="T44" fmla="*/ 32 w 192"/>
              <a:gd name="T45" fmla="*/ 88 h 192"/>
              <a:gd name="T46" fmla="*/ 24 w 192"/>
              <a:gd name="T47" fmla="*/ 89 h 192"/>
              <a:gd name="T48" fmla="*/ 24 w 192"/>
              <a:gd name="T49" fmla="*/ 49 h 192"/>
              <a:gd name="T50" fmla="*/ 46 w 192"/>
              <a:gd name="T51" fmla="*/ 24 h 192"/>
              <a:gd name="T52" fmla="*/ 52 w 192"/>
              <a:gd name="T53" fmla="*/ 31 h 192"/>
              <a:gd name="T54" fmla="*/ 57 w 192"/>
              <a:gd name="T55" fmla="*/ 31 h 192"/>
              <a:gd name="T56" fmla="*/ 96 w 192"/>
              <a:gd name="T57" fmla="*/ 24 h 192"/>
              <a:gd name="T58" fmla="*/ 135 w 192"/>
              <a:gd name="T59" fmla="*/ 31 h 192"/>
              <a:gd name="T60" fmla="*/ 137 w 192"/>
              <a:gd name="T61" fmla="*/ 32 h 192"/>
              <a:gd name="T62" fmla="*/ 140 w 192"/>
              <a:gd name="T63" fmla="*/ 31 h 192"/>
              <a:gd name="T64" fmla="*/ 147 w 192"/>
              <a:gd name="T65" fmla="*/ 24 h 192"/>
              <a:gd name="T66" fmla="*/ 168 w 192"/>
              <a:gd name="T67" fmla="*/ 49 h 192"/>
              <a:gd name="T68" fmla="*/ 168 w 192"/>
              <a:gd name="T69" fmla="*/ 89 h 192"/>
              <a:gd name="T70" fmla="*/ 160 w 192"/>
              <a:gd name="T71" fmla="*/ 88 h 192"/>
              <a:gd name="T72" fmla="*/ 159 w 192"/>
              <a:gd name="T73" fmla="*/ 88 h 192"/>
              <a:gd name="T74" fmla="*/ 148 w 192"/>
              <a:gd name="T75" fmla="*/ 80 h 192"/>
              <a:gd name="T76" fmla="*/ 136 w 192"/>
              <a:gd name="T77" fmla="*/ 92 h 192"/>
              <a:gd name="T78" fmla="*/ 136 w 192"/>
              <a:gd name="T79" fmla="*/ 148 h 192"/>
              <a:gd name="T80" fmla="*/ 148 w 192"/>
              <a:gd name="T81" fmla="*/ 160 h 192"/>
              <a:gd name="T82" fmla="*/ 159 w 192"/>
              <a:gd name="T83" fmla="*/ 152 h 192"/>
              <a:gd name="T84" fmla="*/ 160 w 192"/>
              <a:gd name="T85" fmla="*/ 152 h 192"/>
              <a:gd name="T86" fmla="*/ 169 w 192"/>
              <a:gd name="T87" fmla="*/ 151 h 192"/>
              <a:gd name="T88" fmla="*/ 175 w 192"/>
              <a:gd name="T89" fmla="*/ 162 h 192"/>
              <a:gd name="T90" fmla="*/ 143 w 192"/>
              <a:gd name="T91" fmla="*/ 174 h 192"/>
              <a:gd name="T92" fmla="*/ 141 w 192"/>
              <a:gd name="T93" fmla="*/ 171 h 192"/>
              <a:gd name="T94" fmla="*/ 132 w 192"/>
              <a:gd name="T95" fmla="*/ 168 h 192"/>
              <a:gd name="T96" fmla="*/ 116 w 192"/>
              <a:gd name="T97" fmla="*/ 168 h 192"/>
              <a:gd name="T98" fmla="*/ 104 w 192"/>
              <a:gd name="T99" fmla="*/ 180 h 192"/>
              <a:gd name="T100" fmla="*/ 116 w 192"/>
              <a:gd name="T101" fmla="*/ 192 h 192"/>
              <a:gd name="T102" fmla="*/ 132 w 192"/>
              <a:gd name="T103" fmla="*/ 192 h 192"/>
              <a:gd name="T104" fmla="*/ 144 w 192"/>
              <a:gd name="T105" fmla="*/ 183 h 192"/>
              <a:gd name="T106" fmla="*/ 182 w 192"/>
              <a:gd name="T107" fmla="*/ 167 h 192"/>
              <a:gd name="T108" fmla="*/ 184 w 192"/>
              <a:gd name="T109" fmla="*/ 165 h 192"/>
              <a:gd name="T110" fmla="*/ 184 w 192"/>
              <a:gd name="T111" fmla="*/ 162 h 192"/>
              <a:gd name="T112" fmla="*/ 176 w 192"/>
              <a:gd name="T113" fmla="*/ 147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92" h="192">
                <a:moveTo>
                  <a:pt x="176" y="147"/>
                </a:moveTo>
                <a:cubicBezTo>
                  <a:pt x="186" y="142"/>
                  <a:pt x="192" y="132"/>
                  <a:pt x="192" y="120"/>
                </a:cubicBezTo>
                <a:cubicBezTo>
                  <a:pt x="192" y="108"/>
                  <a:pt x="186" y="98"/>
                  <a:pt x="176" y="92"/>
                </a:cubicBezTo>
                <a:cubicBezTo>
                  <a:pt x="176" y="92"/>
                  <a:pt x="176" y="92"/>
                  <a:pt x="176" y="91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7"/>
                  <a:pt x="176" y="47"/>
                  <a:pt x="176" y="46"/>
                </a:cubicBezTo>
                <a:cubicBezTo>
                  <a:pt x="166" y="23"/>
                  <a:pt x="135" y="0"/>
                  <a:pt x="96" y="0"/>
                </a:cubicBezTo>
                <a:cubicBezTo>
                  <a:pt x="57" y="0"/>
                  <a:pt x="27" y="23"/>
                  <a:pt x="17" y="46"/>
                </a:cubicBezTo>
                <a:cubicBezTo>
                  <a:pt x="17" y="46"/>
                  <a:pt x="17" y="46"/>
                  <a:pt x="17" y="46"/>
                </a:cubicBezTo>
                <a:cubicBezTo>
                  <a:pt x="17" y="46"/>
                  <a:pt x="17" y="47"/>
                  <a:pt x="16" y="47"/>
                </a:cubicBezTo>
                <a:cubicBezTo>
                  <a:pt x="16" y="47"/>
                  <a:pt x="16" y="47"/>
                  <a:pt x="16" y="48"/>
                </a:cubicBezTo>
                <a:cubicBezTo>
                  <a:pt x="16" y="48"/>
                  <a:pt x="16" y="48"/>
                  <a:pt x="16" y="48"/>
                </a:cubicBezTo>
                <a:cubicBezTo>
                  <a:pt x="16" y="91"/>
                  <a:pt x="16" y="91"/>
                  <a:pt x="16" y="91"/>
                </a:cubicBezTo>
                <a:cubicBezTo>
                  <a:pt x="16" y="92"/>
                  <a:pt x="16" y="92"/>
                  <a:pt x="16" y="92"/>
                </a:cubicBezTo>
                <a:cubicBezTo>
                  <a:pt x="7" y="98"/>
                  <a:pt x="0" y="108"/>
                  <a:pt x="0" y="120"/>
                </a:cubicBezTo>
                <a:cubicBezTo>
                  <a:pt x="0" y="138"/>
                  <a:pt x="14" y="152"/>
                  <a:pt x="32" y="152"/>
                </a:cubicBezTo>
                <a:cubicBezTo>
                  <a:pt x="33" y="152"/>
                  <a:pt x="33" y="152"/>
                  <a:pt x="33" y="152"/>
                </a:cubicBezTo>
                <a:cubicBezTo>
                  <a:pt x="35" y="157"/>
                  <a:pt x="39" y="160"/>
                  <a:pt x="44" y="160"/>
                </a:cubicBezTo>
                <a:cubicBezTo>
                  <a:pt x="51" y="160"/>
                  <a:pt x="56" y="154"/>
                  <a:pt x="56" y="148"/>
                </a:cubicBezTo>
                <a:cubicBezTo>
                  <a:pt x="56" y="92"/>
                  <a:pt x="56" y="92"/>
                  <a:pt x="56" y="92"/>
                </a:cubicBezTo>
                <a:cubicBezTo>
                  <a:pt x="56" y="85"/>
                  <a:pt x="51" y="80"/>
                  <a:pt x="44" y="80"/>
                </a:cubicBezTo>
                <a:cubicBezTo>
                  <a:pt x="39" y="80"/>
                  <a:pt x="35" y="83"/>
                  <a:pt x="33" y="88"/>
                </a:cubicBezTo>
                <a:cubicBezTo>
                  <a:pt x="32" y="88"/>
                  <a:pt x="32" y="88"/>
                  <a:pt x="32" y="88"/>
                </a:cubicBezTo>
                <a:cubicBezTo>
                  <a:pt x="29" y="88"/>
                  <a:pt x="27" y="88"/>
                  <a:pt x="24" y="89"/>
                </a:cubicBezTo>
                <a:cubicBezTo>
                  <a:pt x="24" y="49"/>
                  <a:pt x="24" y="49"/>
                  <a:pt x="24" y="49"/>
                </a:cubicBezTo>
                <a:cubicBezTo>
                  <a:pt x="28" y="40"/>
                  <a:pt x="36" y="31"/>
                  <a:pt x="46" y="24"/>
                </a:cubicBezTo>
                <a:cubicBezTo>
                  <a:pt x="52" y="31"/>
                  <a:pt x="52" y="31"/>
                  <a:pt x="52" y="31"/>
                </a:cubicBezTo>
                <a:cubicBezTo>
                  <a:pt x="54" y="32"/>
                  <a:pt x="56" y="32"/>
                  <a:pt x="57" y="31"/>
                </a:cubicBezTo>
                <a:cubicBezTo>
                  <a:pt x="57" y="31"/>
                  <a:pt x="69" y="24"/>
                  <a:pt x="96" y="24"/>
                </a:cubicBezTo>
                <a:cubicBezTo>
                  <a:pt x="123" y="24"/>
                  <a:pt x="135" y="31"/>
                  <a:pt x="135" y="31"/>
                </a:cubicBezTo>
                <a:cubicBezTo>
                  <a:pt x="136" y="32"/>
                  <a:pt x="136" y="32"/>
                  <a:pt x="137" y="32"/>
                </a:cubicBezTo>
                <a:cubicBezTo>
                  <a:pt x="138" y="32"/>
                  <a:pt x="139" y="31"/>
                  <a:pt x="140" y="31"/>
                </a:cubicBezTo>
                <a:cubicBezTo>
                  <a:pt x="147" y="24"/>
                  <a:pt x="147" y="24"/>
                  <a:pt x="147" y="24"/>
                </a:cubicBezTo>
                <a:cubicBezTo>
                  <a:pt x="157" y="31"/>
                  <a:pt x="164" y="40"/>
                  <a:pt x="168" y="49"/>
                </a:cubicBezTo>
                <a:cubicBezTo>
                  <a:pt x="168" y="89"/>
                  <a:pt x="168" y="89"/>
                  <a:pt x="168" y="89"/>
                </a:cubicBezTo>
                <a:cubicBezTo>
                  <a:pt x="166" y="88"/>
                  <a:pt x="163" y="88"/>
                  <a:pt x="160" y="88"/>
                </a:cubicBezTo>
                <a:cubicBezTo>
                  <a:pt x="159" y="88"/>
                  <a:pt x="159" y="88"/>
                  <a:pt x="159" y="88"/>
                </a:cubicBezTo>
                <a:cubicBezTo>
                  <a:pt x="158" y="83"/>
                  <a:pt x="153" y="80"/>
                  <a:pt x="148" y="80"/>
                </a:cubicBezTo>
                <a:cubicBezTo>
                  <a:pt x="142" y="80"/>
                  <a:pt x="136" y="85"/>
                  <a:pt x="136" y="92"/>
                </a:cubicBezTo>
                <a:cubicBezTo>
                  <a:pt x="136" y="148"/>
                  <a:pt x="136" y="148"/>
                  <a:pt x="136" y="148"/>
                </a:cubicBezTo>
                <a:cubicBezTo>
                  <a:pt x="136" y="154"/>
                  <a:pt x="142" y="160"/>
                  <a:pt x="148" y="160"/>
                </a:cubicBezTo>
                <a:cubicBezTo>
                  <a:pt x="153" y="160"/>
                  <a:pt x="158" y="157"/>
                  <a:pt x="159" y="152"/>
                </a:cubicBezTo>
                <a:cubicBezTo>
                  <a:pt x="160" y="152"/>
                  <a:pt x="160" y="152"/>
                  <a:pt x="160" y="152"/>
                </a:cubicBezTo>
                <a:cubicBezTo>
                  <a:pt x="163" y="152"/>
                  <a:pt x="166" y="151"/>
                  <a:pt x="169" y="151"/>
                </a:cubicBezTo>
                <a:cubicBezTo>
                  <a:pt x="175" y="162"/>
                  <a:pt x="175" y="162"/>
                  <a:pt x="175" y="162"/>
                </a:cubicBezTo>
                <a:cubicBezTo>
                  <a:pt x="143" y="174"/>
                  <a:pt x="143" y="174"/>
                  <a:pt x="143" y="174"/>
                </a:cubicBezTo>
                <a:cubicBezTo>
                  <a:pt x="142" y="173"/>
                  <a:pt x="142" y="172"/>
                  <a:pt x="141" y="171"/>
                </a:cubicBezTo>
                <a:cubicBezTo>
                  <a:pt x="138" y="169"/>
                  <a:pt x="135" y="168"/>
                  <a:pt x="132" y="168"/>
                </a:cubicBezTo>
                <a:cubicBezTo>
                  <a:pt x="116" y="168"/>
                  <a:pt x="116" y="168"/>
                  <a:pt x="116" y="168"/>
                </a:cubicBezTo>
                <a:cubicBezTo>
                  <a:pt x="110" y="168"/>
                  <a:pt x="104" y="173"/>
                  <a:pt x="104" y="180"/>
                </a:cubicBezTo>
                <a:cubicBezTo>
                  <a:pt x="104" y="186"/>
                  <a:pt x="110" y="192"/>
                  <a:pt x="116" y="192"/>
                </a:cubicBezTo>
                <a:cubicBezTo>
                  <a:pt x="132" y="192"/>
                  <a:pt x="132" y="192"/>
                  <a:pt x="132" y="192"/>
                </a:cubicBezTo>
                <a:cubicBezTo>
                  <a:pt x="138" y="192"/>
                  <a:pt x="142" y="188"/>
                  <a:pt x="144" y="183"/>
                </a:cubicBezTo>
                <a:cubicBezTo>
                  <a:pt x="182" y="167"/>
                  <a:pt x="182" y="167"/>
                  <a:pt x="182" y="167"/>
                </a:cubicBezTo>
                <a:cubicBezTo>
                  <a:pt x="183" y="167"/>
                  <a:pt x="184" y="166"/>
                  <a:pt x="184" y="165"/>
                </a:cubicBezTo>
                <a:cubicBezTo>
                  <a:pt x="184" y="164"/>
                  <a:pt x="184" y="163"/>
                  <a:pt x="184" y="162"/>
                </a:cubicBezTo>
                <a:lnTo>
                  <a:pt x="176" y="1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59178" tIns="29589" rIns="59178" bIns="29589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1200">
              <a:solidFill>
                <a:prstClr val="black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5" name="Rectangle 88"/>
          <p:cNvSpPr/>
          <p:nvPr>
            <p:custDataLst>
              <p:tags r:id="rId21"/>
            </p:custDataLst>
          </p:nvPr>
        </p:nvSpPr>
        <p:spPr bwMode="auto">
          <a:xfrm>
            <a:off x="6181092" y="1482613"/>
            <a:ext cx="106658" cy="2478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91" tIns="33696" rIns="67391" bIns="33696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3200" dirty="0">
              <a:solidFill>
                <a:prstClr val="white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6" name="Rectangle 88"/>
          <p:cNvSpPr/>
          <p:nvPr>
            <p:custDataLst>
              <p:tags r:id="rId22"/>
            </p:custDataLst>
          </p:nvPr>
        </p:nvSpPr>
        <p:spPr bwMode="auto">
          <a:xfrm>
            <a:off x="976069" y="2894905"/>
            <a:ext cx="106658" cy="2478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91" tIns="33696" rIns="67391" bIns="33696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3200" dirty="0">
              <a:solidFill>
                <a:prstClr val="white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7" name="Rectangle 88"/>
          <p:cNvSpPr/>
          <p:nvPr>
            <p:custDataLst>
              <p:tags r:id="rId23"/>
            </p:custDataLst>
          </p:nvPr>
        </p:nvSpPr>
        <p:spPr bwMode="auto">
          <a:xfrm>
            <a:off x="6194086" y="2864699"/>
            <a:ext cx="106658" cy="2478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91" tIns="33696" rIns="67391" bIns="33696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3200" dirty="0">
              <a:solidFill>
                <a:prstClr val="white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8" name="TextBox 13"/>
          <p:cNvSpPr txBox="1"/>
          <p:nvPr>
            <p:custDataLst>
              <p:tags r:id="rId24"/>
            </p:custDataLst>
          </p:nvPr>
        </p:nvSpPr>
        <p:spPr>
          <a:xfrm>
            <a:off x="1188720" y="1482725"/>
            <a:ext cx="1320165" cy="2457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96620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rPr>
              <a:t>提升表达能力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cs typeface="+mn-ea"/>
              <a:sym typeface="inpin heiti" panose="00000500000000000000" pitchFamily="2" charset="-122"/>
            </a:endParaRPr>
          </a:p>
        </p:txBody>
      </p:sp>
      <p:sp>
        <p:nvSpPr>
          <p:cNvPr id="29" name="TextBox 13"/>
          <p:cNvSpPr txBox="1"/>
          <p:nvPr>
            <p:custDataLst>
              <p:tags r:id="rId25"/>
            </p:custDataLst>
          </p:nvPr>
        </p:nvSpPr>
        <p:spPr>
          <a:xfrm>
            <a:off x="6384925" y="1508125"/>
            <a:ext cx="1673860" cy="2457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96620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rPr>
              <a:t>克服面试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rPr>
              <a:t>恐惧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cs typeface="+mn-ea"/>
              <a:sym typeface="inpin heiti" panose="00000500000000000000" pitchFamily="2" charset="-122"/>
            </a:endParaRPr>
          </a:p>
        </p:txBody>
      </p:sp>
      <p:sp>
        <p:nvSpPr>
          <p:cNvPr id="30" name="TextBox 13"/>
          <p:cNvSpPr txBox="1"/>
          <p:nvPr>
            <p:custDataLst>
              <p:tags r:id="rId26"/>
            </p:custDataLst>
          </p:nvPr>
        </p:nvSpPr>
        <p:spPr>
          <a:xfrm>
            <a:off x="1188720" y="2928620"/>
            <a:ext cx="1393190" cy="2457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96620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rPr>
              <a:t>提升应变能力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cs typeface="+mn-ea"/>
              <a:sym typeface="inpin heiti" panose="00000500000000000000" pitchFamily="2" charset="-122"/>
            </a:endParaRPr>
          </a:p>
        </p:txBody>
      </p:sp>
      <p:sp>
        <p:nvSpPr>
          <p:cNvPr id="31" name="TextBox 13"/>
          <p:cNvSpPr txBox="1"/>
          <p:nvPr>
            <p:custDataLst>
              <p:tags r:id="rId27"/>
            </p:custDataLst>
          </p:nvPr>
        </p:nvSpPr>
        <p:spPr>
          <a:xfrm>
            <a:off x="6300470" y="2894965"/>
            <a:ext cx="1724025" cy="2457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96620">
              <a:spcBef>
                <a:spcPct val="20000"/>
              </a:spcBef>
              <a:defRPr/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rPr>
              <a:t> 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cs typeface="+mn-ea"/>
                <a:sym typeface="inpin heiti" panose="00000500000000000000" pitchFamily="2" charset="-122"/>
              </a:rPr>
              <a:t>助力高质就业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cs typeface="+mn-ea"/>
              <a:sym typeface="inpin heiti" panose="00000500000000000000" pitchFamily="2" charset="-122"/>
            </a:endParaRPr>
          </a:p>
        </p:txBody>
      </p:sp>
      <p:sp>
        <p:nvSpPr>
          <p:cNvPr id="32" name="矩形 31"/>
          <p:cNvSpPr/>
          <p:nvPr>
            <p:custDataLst>
              <p:tags r:id="rId28"/>
            </p:custDataLst>
          </p:nvPr>
        </p:nvSpPr>
        <p:spPr>
          <a:xfrm>
            <a:off x="900430" y="1799590"/>
            <a:ext cx="1671955" cy="621030"/>
          </a:xfrm>
          <a:prstGeom prst="rect">
            <a:avLst/>
          </a:prstGeom>
        </p:spPr>
        <p:txBody>
          <a:bodyPr wrap="square" lIns="67391" tIns="33696" rIns="67391" bIns="33696">
            <a:spAutoFit/>
          </a:bodyPr>
          <a:lstStyle/>
          <a:p>
            <a:r>
              <a:rPr lang="zh-CN" altLang="en-US" sz="1200" dirty="0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  <a:sym typeface="inpin heiti" panose="00000500000000000000" pitchFamily="2" charset="-122"/>
              </a:rPr>
              <a:t>通过刻意练习，强化用户的逻辑思维与语言组织能力</a:t>
            </a:r>
            <a:endParaRPr lang="zh-CN" altLang="en-US" sz="1200" dirty="0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  <a:sym typeface="inpin heiti" panose="00000500000000000000" pitchFamily="2" charset="-122"/>
            </a:endParaRPr>
          </a:p>
        </p:txBody>
      </p:sp>
      <p:sp>
        <p:nvSpPr>
          <p:cNvPr id="33" name="矩形 32"/>
          <p:cNvSpPr/>
          <p:nvPr>
            <p:custDataLst>
              <p:tags r:id="rId29"/>
            </p:custDataLst>
          </p:nvPr>
        </p:nvSpPr>
        <p:spPr>
          <a:xfrm>
            <a:off x="900430" y="3239770"/>
            <a:ext cx="1711960" cy="621030"/>
          </a:xfrm>
          <a:prstGeom prst="rect">
            <a:avLst/>
          </a:prstGeom>
        </p:spPr>
        <p:txBody>
          <a:bodyPr wrap="square" lIns="67391" tIns="33696" rIns="67391" bIns="33696">
            <a:spAutoFit/>
          </a:bodyPr>
          <a:lstStyle/>
          <a:p>
            <a:r>
              <a:rPr lang="zh-CN" altLang="en-US" sz="1200" dirty="0">
                <a:latin typeface="仿宋" panose="02010609060101010101" charset="-122"/>
                <a:ea typeface="仿宋" panose="02010609060101010101" charset="-122"/>
                <a:sym typeface="inpin heiti" panose="00000500000000000000" pitchFamily="2" charset="-122"/>
              </a:rPr>
              <a:t>多模态交互，显著提升用户的临场应变与沟通技巧</a:t>
            </a:r>
            <a:endParaRPr lang="zh-CN" altLang="en-US" sz="1200" dirty="0">
              <a:latin typeface="仿宋" panose="02010609060101010101" charset="-122"/>
              <a:ea typeface="仿宋" panose="02010609060101010101" charset="-122"/>
              <a:sym typeface="inpin heiti" panose="00000500000000000000" pitchFamily="2" charset="-122"/>
            </a:endParaRPr>
          </a:p>
        </p:txBody>
      </p:sp>
      <p:sp>
        <p:nvSpPr>
          <p:cNvPr id="34" name="矩形 33"/>
          <p:cNvSpPr/>
          <p:nvPr>
            <p:custDataLst>
              <p:tags r:id="rId30"/>
            </p:custDataLst>
          </p:nvPr>
        </p:nvSpPr>
        <p:spPr>
          <a:xfrm>
            <a:off x="6101080" y="3215005"/>
            <a:ext cx="1778000" cy="436245"/>
          </a:xfrm>
          <a:prstGeom prst="rect">
            <a:avLst/>
          </a:prstGeom>
        </p:spPr>
        <p:txBody>
          <a:bodyPr wrap="square" lIns="67391" tIns="33696" rIns="67391" bIns="33696">
            <a:spAutoFit/>
          </a:bodyPr>
          <a:lstStyle/>
          <a:p>
            <a:r>
              <a:rPr lang="zh-CN" altLang="en-US" sz="1200" dirty="0">
                <a:latin typeface="仿宋" panose="02010609060101010101" charset="-122"/>
                <a:ea typeface="仿宋" panose="02010609060101010101" charset="-122"/>
                <a:sym typeface="inpin heiti" panose="00000500000000000000" pitchFamily="2" charset="-122"/>
              </a:rPr>
              <a:t>覆盖多种场景，助力高质量就业</a:t>
            </a:r>
            <a:endParaRPr lang="zh-CN" altLang="en-US" sz="1200" dirty="0">
              <a:latin typeface="仿宋" panose="02010609060101010101" charset="-122"/>
              <a:ea typeface="仿宋" panose="02010609060101010101" charset="-122"/>
              <a:sym typeface="inpin heiti" panose="00000500000000000000" pitchFamily="2" charset="-122"/>
            </a:endParaRPr>
          </a:p>
        </p:txBody>
      </p:sp>
      <p:sp>
        <p:nvSpPr>
          <p:cNvPr id="35" name="矩形 34"/>
          <p:cNvSpPr/>
          <p:nvPr>
            <p:custDataLst>
              <p:tags r:id="rId31"/>
            </p:custDataLst>
          </p:nvPr>
        </p:nvSpPr>
        <p:spPr>
          <a:xfrm>
            <a:off x="6094730" y="1799590"/>
            <a:ext cx="1699260" cy="436245"/>
          </a:xfrm>
          <a:prstGeom prst="rect">
            <a:avLst/>
          </a:prstGeom>
        </p:spPr>
        <p:txBody>
          <a:bodyPr wrap="square" lIns="67391" tIns="33696" rIns="67391" bIns="33696">
            <a:spAutoFit/>
          </a:bodyPr>
          <a:lstStyle/>
          <a:p>
            <a:r>
              <a:rPr lang="zh-CN" altLang="en-US" sz="12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inpin heiti" panose="00000500000000000000" pitchFamily="2" charset="-122"/>
              </a:rPr>
              <a:t>利用</a:t>
            </a:r>
            <a:r>
              <a:rPr lang="en-US" altLang="zh-CN" sz="12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inpin heiti" panose="00000500000000000000" pitchFamily="2" charset="-122"/>
              </a:rPr>
              <a:t>AI</a:t>
            </a:r>
            <a:r>
              <a:rPr lang="zh-CN" altLang="en-US" sz="12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inpin heiti" panose="00000500000000000000" pitchFamily="2" charset="-122"/>
              </a:rPr>
              <a:t>提供安全试错空间，培养用户自信</a:t>
            </a:r>
            <a:endParaRPr lang="zh-CN" altLang="en-US" sz="12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inpin heiti" panose="00000500000000000000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23192" y="287908"/>
            <a:ext cx="2880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07950" y="287908"/>
            <a:ext cx="721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8" name="TextBox 13"/>
          <p:cNvSpPr txBox="1"/>
          <p:nvPr/>
        </p:nvSpPr>
        <p:spPr>
          <a:xfrm>
            <a:off x="324098" y="272139"/>
            <a:ext cx="2304256" cy="7188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价值与意义</a:t>
            </a:r>
            <a:endParaRPr lang="zh-CN" altLang="en-US" sz="1800" b="1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sz="18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3" name="Freeform 217"/>
          <p:cNvSpPr>
            <a:spLocks noEditPoints="1"/>
          </p:cNvSpPr>
          <p:nvPr>
            <p:custDataLst>
              <p:tags r:id="rId32"/>
            </p:custDataLst>
          </p:nvPr>
        </p:nvSpPr>
        <p:spPr bwMode="auto">
          <a:xfrm>
            <a:off x="5365115" y="3079115"/>
            <a:ext cx="353060" cy="264160"/>
          </a:xfrm>
          <a:custGeom>
            <a:avLst/>
            <a:gdLst/>
            <a:ahLst/>
            <a:cxnLst>
              <a:cxn ang="0">
                <a:pos x="78" y="58"/>
              </a:cxn>
              <a:cxn ang="0">
                <a:pos x="0" y="58"/>
              </a:cxn>
              <a:cxn ang="0">
                <a:pos x="0" y="0"/>
              </a:cxn>
              <a:cxn ang="0">
                <a:pos x="5" y="0"/>
              </a:cxn>
              <a:cxn ang="0">
                <a:pos x="5" y="53"/>
              </a:cxn>
              <a:cxn ang="0">
                <a:pos x="78" y="53"/>
              </a:cxn>
              <a:cxn ang="0">
                <a:pos x="78" y="58"/>
              </a:cxn>
              <a:cxn ang="0">
                <a:pos x="73" y="22"/>
              </a:cxn>
              <a:cxn ang="0">
                <a:pos x="71" y="23"/>
              </a:cxn>
              <a:cxn ang="0">
                <a:pos x="66" y="18"/>
              </a:cxn>
              <a:cxn ang="0">
                <a:pos x="42" y="42"/>
              </a:cxn>
              <a:cxn ang="0">
                <a:pos x="40" y="42"/>
              </a:cxn>
              <a:cxn ang="0">
                <a:pos x="31" y="34"/>
              </a:cxn>
              <a:cxn ang="0">
                <a:pos x="16" y="49"/>
              </a:cxn>
              <a:cxn ang="0">
                <a:pos x="8" y="42"/>
              </a:cxn>
              <a:cxn ang="0">
                <a:pos x="30" y="20"/>
              </a:cxn>
              <a:cxn ang="0">
                <a:pos x="32" y="20"/>
              </a:cxn>
              <a:cxn ang="0">
                <a:pos x="41" y="29"/>
              </a:cxn>
              <a:cxn ang="0">
                <a:pos x="59" y="11"/>
              </a:cxn>
              <a:cxn ang="0">
                <a:pos x="54" y="6"/>
              </a:cxn>
              <a:cxn ang="0">
                <a:pos x="55" y="4"/>
              </a:cxn>
              <a:cxn ang="0">
                <a:pos x="71" y="4"/>
              </a:cxn>
              <a:cxn ang="0">
                <a:pos x="73" y="6"/>
              </a:cxn>
              <a:cxn ang="0">
                <a:pos x="73" y="22"/>
              </a:cxn>
            </a:cxnLst>
            <a:rect l="0" t="0" r="r" b="b"/>
            <a:pathLst>
              <a:path w="78" h="58">
                <a:moveTo>
                  <a:pt x="78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0"/>
                  <a:pt x="0" y="0"/>
                  <a:pt x="0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53"/>
                  <a:pt x="5" y="53"/>
                  <a:pt x="5" y="53"/>
                </a:cubicBezTo>
                <a:cubicBezTo>
                  <a:pt x="78" y="53"/>
                  <a:pt x="78" y="53"/>
                  <a:pt x="78" y="53"/>
                </a:cubicBezTo>
                <a:lnTo>
                  <a:pt x="78" y="58"/>
                </a:lnTo>
                <a:close/>
                <a:moveTo>
                  <a:pt x="73" y="22"/>
                </a:moveTo>
                <a:cubicBezTo>
                  <a:pt x="73" y="23"/>
                  <a:pt x="71" y="24"/>
                  <a:pt x="71" y="23"/>
                </a:cubicBezTo>
                <a:cubicBezTo>
                  <a:pt x="66" y="18"/>
                  <a:pt x="66" y="18"/>
                  <a:pt x="66" y="18"/>
                </a:cubicBezTo>
                <a:cubicBezTo>
                  <a:pt x="42" y="42"/>
                  <a:pt x="42" y="42"/>
                  <a:pt x="42" y="42"/>
                </a:cubicBezTo>
                <a:cubicBezTo>
                  <a:pt x="41" y="43"/>
                  <a:pt x="41" y="43"/>
                  <a:pt x="40" y="42"/>
                </a:cubicBezTo>
                <a:cubicBezTo>
                  <a:pt x="31" y="34"/>
                  <a:pt x="31" y="34"/>
                  <a:pt x="31" y="34"/>
                </a:cubicBezTo>
                <a:cubicBezTo>
                  <a:pt x="16" y="49"/>
                  <a:pt x="16" y="49"/>
                  <a:pt x="16" y="49"/>
                </a:cubicBezTo>
                <a:cubicBezTo>
                  <a:pt x="8" y="42"/>
                  <a:pt x="8" y="42"/>
                  <a:pt x="8" y="42"/>
                </a:cubicBezTo>
                <a:cubicBezTo>
                  <a:pt x="30" y="20"/>
                  <a:pt x="30" y="20"/>
                  <a:pt x="30" y="20"/>
                </a:cubicBezTo>
                <a:cubicBezTo>
                  <a:pt x="31" y="19"/>
                  <a:pt x="32" y="19"/>
                  <a:pt x="32" y="20"/>
                </a:cubicBezTo>
                <a:cubicBezTo>
                  <a:pt x="41" y="29"/>
                  <a:pt x="41" y="29"/>
                  <a:pt x="41" y="29"/>
                </a:cubicBezTo>
                <a:cubicBezTo>
                  <a:pt x="59" y="11"/>
                  <a:pt x="59" y="11"/>
                  <a:pt x="59" y="11"/>
                </a:cubicBezTo>
                <a:cubicBezTo>
                  <a:pt x="54" y="6"/>
                  <a:pt x="54" y="6"/>
                  <a:pt x="54" y="6"/>
                </a:cubicBezTo>
                <a:cubicBezTo>
                  <a:pt x="53" y="6"/>
                  <a:pt x="54" y="4"/>
                  <a:pt x="55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2" y="4"/>
                  <a:pt x="73" y="5"/>
                  <a:pt x="73" y="6"/>
                </a:cubicBezTo>
                <a:lnTo>
                  <a:pt x="73" y="2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77817" tIns="38908" rIns="77817" bIns="38908" numCol="1" anchor="t" anchorCtr="0" compatLnSpc="1"/>
          <a:lstStyle/>
          <a:p>
            <a:pPr>
              <a:lnSpc>
                <a:spcPct val="120000"/>
              </a:lnSpc>
            </a:pPr>
            <a:endParaRPr lang="en-US" sz="560" dirty="0">
              <a:solidFill>
                <a:schemeClr val="bg1">
                  <a:lumMod val="6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cs typeface="+mn-ea"/>
              <a:sym typeface="inpin heiti" panose="00000500000000000000" pitchFamily="2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572806" y="720072"/>
            <a:ext cx="1358900" cy="509905"/>
          </a:xfrm>
          <a:prstGeom prst="rect">
            <a:avLst/>
          </a:prstGeom>
        </p:spPr>
        <p:txBody>
          <a:bodyPr wrap="none" lIns="67391" tIns="33696" rIns="67391" bIns="33696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r>
              <a:rPr lang="zh-CN" altLang="en-US" sz="2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核心价值</a:t>
            </a:r>
            <a:endParaRPr lang="zh-CN" altLang="en-US" sz="24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</p:spTree>
    <p:custDataLst>
      <p:tags r:id="rId3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67"/>
    </mc:Choice>
    <mc:Fallback>
      <p:transition spd="slow" advTm="1367"/>
    </mc:Fallback>
  </mc:AlternateContent>
  <p:timing>
    <p:tnLst>
      <p:par>
        <p:cTn id="1" dur="indefinite" restart="never" nodeType="tmRoot"/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93799" y="1779933"/>
            <a:ext cx="8213527" cy="75544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391" tIns="33696" rIns="67391" bIns="33696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endParaRPr lang="zh-CN" altLang="en-US" sz="27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" name="平行四边形 3"/>
          <p:cNvSpPr/>
          <p:nvPr>
            <p:custDataLst>
              <p:tags r:id="rId2"/>
            </p:custDataLst>
          </p:nvPr>
        </p:nvSpPr>
        <p:spPr>
          <a:xfrm rot="16200000" flipV="1">
            <a:off x="1250950" y="1339215"/>
            <a:ext cx="1132205" cy="1622425"/>
          </a:xfrm>
          <a:prstGeom prst="parallelogram">
            <a:avLst/>
          </a:prstGeom>
          <a:solidFill>
            <a:srgbClr val="2064AD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67391" tIns="33696" rIns="67391" bIns="33696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r>
              <a:rPr lang="zh-CN" altLang="en-US" sz="12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缓解</a:t>
            </a:r>
            <a:r>
              <a:rPr lang="zh-CN" altLang="en-US" sz="12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求职焦虑</a:t>
            </a:r>
            <a:endParaRPr lang="zh-CN" altLang="en-US" sz="12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180476" y="2908996"/>
            <a:ext cx="1293232" cy="288290"/>
          </a:xfrm>
          <a:prstGeom prst="rect">
            <a:avLst/>
          </a:prstGeom>
        </p:spPr>
        <p:txBody>
          <a:bodyPr wrap="square" lIns="67391" tIns="33696" rIns="67391" bIns="33696">
            <a:spAutoFit/>
          </a:bodyPr>
          <a:lstStyle/>
          <a:p>
            <a:pPr algn="ct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endParaRPr lang="zh-CN" altLang="en-US" sz="1200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23192" y="287908"/>
            <a:ext cx="2880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7950" y="287908"/>
            <a:ext cx="721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6" name="TextBox 13"/>
          <p:cNvSpPr txBox="1"/>
          <p:nvPr/>
        </p:nvSpPr>
        <p:spPr>
          <a:xfrm>
            <a:off x="324098" y="272139"/>
            <a:ext cx="2304256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价值与</a:t>
            </a:r>
            <a:r>
              <a:rPr lang="zh-CN" altLang="en-US" sz="18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意义</a:t>
            </a:r>
            <a:endParaRPr lang="zh-CN" altLang="en-US" sz="1800" b="1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7" name="平行四边形 16"/>
          <p:cNvSpPr/>
          <p:nvPr>
            <p:custDataLst>
              <p:tags r:id="rId4"/>
            </p:custDataLst>
          </p:nvPr>
        </p:nvSpPr>
        <p:spPr>
          <a:xfrm rot="16200000" flipV="1">
            <a:off x="3912870" y="1341755"/>
            <a:ext cx="1132205" cy="1622425"/>
          </a:xfrm>
          <a:prstGeom prst="parallelogram">
            <a:avLst/>
          </a:prstGeom>
          <a:solidFill>
            <a:srgbClr val="2064AD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67391" tIns="33696" rIns="67391" bIns="33696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r>
              <a:rPr lang="zh-CN" altLang="en-US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稳定社会</a:t>
            </a:r>
            <a:r>
              <a:rPr lang="zh-CN" altLang="en-US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就业</a:t>
            </a:r>
            <a:endParaRPr lang="zh-CN" altLang="en-US" sz="12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平行四边形 17"/>
          <p:cNvSpPr/>
          <p:nvPr>
            <p:custDataLst>
              <p:tags r:id="rId5"/>
            </p:custDataLst>
          </p:nvPr>
        </p:nvSpPr>
        <p:spPr>
          <a:xfrm rot="16200000" flipV="1">
            <a:off x="6574790" y="1341755"/>
            <a:ext cx="1132205" cy="1622425"/>
          </a:xfrm>
          <a:prstGeom prst="parallelogram">
            <a:avLst/>
          </a:prstGeom>
          <a:solidFill>
            <a:srgbClr val="2064AD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67391" tIns="33696" rIns="67391" bIns="33696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r>
              <a:rPr lang="zh-CN" altLang="en-US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促进</a:t>
            </a:r>
            <a:r>
              <a:rPr lang="zh-CN" altLang="en-US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机会公平</a:t>
            </a:r>
            <a:endParaRPr lang="zh-CN" altLang="en-US" sz="12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831251" y="958197"/>
            <a:ext cx="1358900" cy="509905"/>
          </a:xfrm>
          <a:prstGeom prst="rect">
            <a:avLst/>
          </a:prstGeom>
        </p:spPr>
        <p:txBody>
          <a:bodyPr wrap="none" lIns="67391" tIns="33696" rIns="67391" bIns="33696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r>
              <a:rPr lang="zh-CN" altLang="en-US" sz="2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社会价值</a:t>
            </a:r>
            <a:endParaRPr lang="zh-CN" altLang="en-US" sz="24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3" name="矩形 22"/>
          <p:cNvSpPr/>
          <p:nvPr>
            <p:custDataLst>
              <p:tags r:id="rId6"/>
            </p:custDataLst>
          </p:nvPr>
        </p:nvSpPr>
        <p:spPr>
          <a:xfrm>
            <a:off x="828040" y="2847340"/>
            <a:ext cx="2028190" cy="951865"/>
          </a:xfrm>
          <a:prstGeom prst="rect">
            <a:avLst/>
          </a:prstGeom>
        </p:spPr>
        <p:txBody>
          <a:bodyPr wrap="square" lIns="67391" tIns="33696" rIns="67391" bIns="33696">
            <a:spAutoFit/>
          </a:bodyPr>
          <a:lstStyle/>
          <a:p>
            <a:pPr indent="254000" algn="l" fontAlgn="auto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extLst>
                <a:ext uri="{35155182-B16C-46BC-9424-99874614C6A1}">
                  <wpsdc:indentchars xmlns:wpsdc="http://www.wps.cn/officeDocument/2017/drawingmlCustomData" val="200" checksum="3013784323"/>
                </a:ext>
              </a:extLst>
            </a:pPr>
            <a:r>
              <a:rPr lang="en-US" altLang="zh-CN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 </a:t>
            </a:r>
            <a:r>
              <a:rPr lang="zh-CN" altLang="en-US" sz="1200" dirty="0">
                <a:latin typeface="仿宋" panose="02010609060101010101" charset="-122"/>
                <a:ea typeface="仿宋" panose="02010609060101010101" charset="-122"/>
                <a:sym typeface="inpin heiti" panose="00000500000000000000" pitchFamily="2" charset="-122"/>
              </a:rPr>
              <a:t>青年求职焦虑很大程度来源于未知和怯场，高频次的无压力模拟能有效降低社交恐惧与面试焦虑</a:t>
            </a:r>
            <a:endParaRPr lang="zh-CN" altLang="en-US" sz="1200" dirty="0">
              <a:latin typeface="仿宋" panose="02010609060101010101" charset="-122"/>
              <a:ea typeface="仿宋" panose="02010609060101010101" charset="-122"/>
              <a:sym typeface="inpin heiti" panose="00000500000000000000" pitchFamily="2" charset="-122"/>
            </a:endParaRPr>
          </a:p>
        </p:txBody>
      </p:sp>
      <p:sp>
        <p:nvSpPr>
          <p:cNvPr id="24" name="矩形 23"/>
          <p:cNvSpPr/>
          <p:nvPr>
            <p:custDataLst>
              <p:tags r:id="rId7"/>
            </p:custDataLst>
          </p:nvPr>
        </p:nvSpPr>
        <p:spPr>
          <a:xfrm>
            <a:off x="3497580" y="2847340"/>
            <a:ext cx="2070100" cy="951865"/>
          </a:xfrm>
          <a:prstGeom prst="rect">
            <a:avLst/>
          </a:prstGeom>
        </p:spPr>
        <p:txBody>
          <a:bodyPr wrap="square" lIns="67391" tIns="33696" rIns="67391" bIns="33696">
            <a:spAutoFit/>
          </a:bodyPr>
          <a:lstStyle/>
          <a:p>
            <a:pPr indent="304800" algn="l" fontAlgn="auto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latin typeface="仿宋" panose="02010609060101010101" charset="-122"/>
                <a:ea typeface="仿宋" panose="02010609060101010101" charset="-122"/>
                <a:sym typeface="inpin heiti" panose="00000500000000000000" pitchFamily="2" charset="-122"/>
              </a:rPr>
              <a:t>填补学校就业指导的运力缺口，提升大学生就业竞争力，对社会稳就业、保就业具有积极作用</a:t>
            </a:r>
            <a:endParaRPr lang="zh-CN" altLang="en-US" sz="1200" dirty="0">
              <a:latin typeface="仿宋" panose="02010609060101010101" charset="-122"/>
              <a:ea typeface="仿宋" panose="02010609060101010101" charset="-122"/>
              <a:sym typeface="inpin heiti" panose="00000500000000000000" pitchFamily="2" charset="-122"/>
            </a:endParaRPr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6171565" y="2879725"/>
            <a:ext cx="1966595" cy="951865"/>
          </a:xfrm>
          <a:prstGeom prst="rect">
            <a:avLst/>
          </a:prstGeom>
        </p:spPr>
        <p:txBody>
          <a:bodyPr wrap="square" lIns="67391" tIns="33696" rIns="67391" bIns="33696">
            <a:spAutoFit/>
          </a:bodyPr>
          <a:lstStyle/>
          <a:p>
            <a:pPr indent="304800" algn="l" fontAlgn="auto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extLst>
                <a:ext uri="{35155182-B16C-46BC-9424-99874614C6A1}">
                  <wpsdc:indentchars xmlns:wpsdc="http://www.wps.cn/officeDocument/2017/drawingmlCustomData" val="200" checksum="1077528236"/>
                </a:ext>
              </a:extLst>
            </a:pPr>
            <a:r>
              <a:rPr lang="zh-CN" altLang="en-US" sz="1200" dirty="0">
                <a:latin typeface="仿宋" panose="02010609060101010101" charset="-122"/>
                <a:ea typeface="仿宋" panose="02010609060101010101" charset="-122"/>
                <a:sym typeface="inpin heiti" panose="00000500000000000000" pitchFamily="2" charset="-122"/>
              </a:rPr>
              <a:t>打破了资源壁垒，让每一位学生，无论地域和出身，都能公平接受高质量面试训练</a:t>
            </a:r>
            <a:endParaRPr lang="zh-CN" altLang="en-US" sz="1200" dirty="0">
              <a:latin typeface="仿宋" panose="02010609060101010101" charset="-122"/>
              <a:ea typeface="仿宋" panose="02010609060101010101" charset="-122"/>
              <a:sym typeface="inpin heiti" panose="00000500000000000000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25"/>
    </mc:Choice>
    <mc:Fallback>
      <p:transition spd="slow" advTm="112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>
            <p:custDataLst>
              <p:tags r:id="rId1"/>
            </p:custDataLst>
          </p:nvPr>
        </p:nvSpPr>
        <p:spPr>
          <a:xfrm>
            <a:off x="389114" y="2031336"/>
            <a:ext cx="4058711" cy="601751"/>
          </a:xfrm>
          <a:prstGeom prst="homePlat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391" tIns="33696" rIns="67391" bIns="33696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endParaRPr lang="zh-CN" altLang="en-US" sz="27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" name="同心圆 2"/>
          <p:cNvSpPr/>
          <p:nvPr>
            <p:custDataLst>
              <p:tags r:id="rId2"/>
            </p:custDataLst>
          </p:nvPr>
        </p:nvSpPr>
        <p:spPr>
          <a:xfrm>
            <a:off x="3537133" y="1373580"/>
            <a:ext cx="1925940" cy="1917259"/>
          </a:xfrm>
          <a:prstGeom prst="donut">
            <a:avLst>
              <a:gd name="adj" fmla="val 14351"/>
            </a:avLst>
          </a:prstGeom>
          <a:solidFill>
            <a:srgbClr val="2064AD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391" tIns="33696" rIns="67391" bIns="33696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endParaRPr lang="zh-CN" altLang="en-US" sz="1800" dirty="0">
              <a:solidFill>
                <a:schemeClr val="tx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" name="五边形 3"/>
          <p:cNvSpPr/>
          <p:nvPr>
            <p:custDataLst>
              <p:tags r:id="rId3"/>
            </p:custDataLst>
          </p:nvPr>
        </p:nvSpPr>
        <p:spPr>
          <a:xfrm rot="10800000">
            <a:off x="4553303" y="2031334"/>
            <a:ext cx="4057788" cy="601752"/>
          </a:xfrm>
          <a:prstGeom prst="homePlate">
            <a:avLst/>
          </a:prstGeom>
          <a:solidFill>
            <a:srgbClr val="2064AD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391" tIns="33696" rIns="67391" bIns="33696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endParaRPr lang="zh-CN" altLang="en-US" sz="18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040618" y="2127457"/>
            <a:ext cx="288290" cy="509905"/>
          </a:xfrm>
          <a:prstGeom prst="rect">
            <a:avLst/>
          </a:prstGeom>
        </p:spPr>
        <p:txBody>
          <a:bodyPr wrap="none" lIns="67391" tIns="33696" rIns="67391" bIns="33696">
            <a:spAutoFit/>
          </a:bodyPr>
          <a:lstStyle/>
          <a:p>
            <a:pPr algn="ct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r>
              <a:rPr lang="en-US" altLang="zh-CN" sz="24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 </a:t>
            </a:r>
            <a:endParaRPr lang="en-US" altLang="zh-CN" sz="24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7672219" y="2127457"/>
            <a:ext cx="288290" cy="509905"/>
          </a:xfrm>
          <a:prstGeom prst="rect">
            <a:avLst/>
          </a:prstGeom>
        </p:spPr>
        <p:txBody>
          <a:bodyPr wrap="none" lIns="67391" tIns="33696" rIns="67391" bIns="33696">
            <a:spAutoFit/>
          </a:bodyPr>
          <a:lstStyle/>
          <a:p>
            <a:pPr algn="ct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r>
              <a:rPr lang="en-US" altLang="zh-CN" sz="24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 </a:t>
            </a:r>
            <a:endParaRPr lang="en-US" altLang="zh-CN" sz="24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6"/>
            </p:custDataLst>
          </p:nvPr>
        </p:nvSpPr>
        <p:spPr>
          <a:xfrm flipH="1">
            <a:off x="5508625" y="2736215"/>
            <a:ext cx="3025775" cy="1762125"/>
          </a:xfrm>
          <a:prstGeom prst="roundRect">
            <a:avLst>
              <a:gd name="adj" fmla="val 6011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391" tIns="33696" rIns="67391" bIns="33696" numCol="1" spcCol="0" rtlCol="0" fromWordArt="0" anchor="t" anchorCtr="0" forceAA="0" compatLnSpc="1">
            <a:noAutofit/>
          </a:bodyPr>
          <a:lstStyle/>
          <a:p>
            <a:pPr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r>
              <a:rPr lang="zh-CN" altLang="en-US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向学生提供会员、简历优化等服务，</a:t>
            </a:r>
            <a:r>
              <a:rPr lang="zh-CN" altLang="en-US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降低高价线下培训依赖</a:t>
            </a:r>
            <a:endParaRPr lang="zh-CN" altLang="en-US" sz="1200" dirty="0">
              <a:solidFill>
                <a:schemeClr val="tx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endParaRPr lang="zh-CN" altLang="en-US" sz="1200" dirty="0">
              <a:solidFill>
                <a:schemeClr val="tx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r>
              <a:rPr lang="zh-CN" altLang="en-US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以公考面试为例，线下封闭培训班收费普遍在</a:t>
            </a:r>
            <a:r>
              <a:rPr lang="en-US" altLang="zh-CN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5000</a:t>
            </a:r>
            <a:r>
              <a:rPr lang="zh-CN" altLang="en-US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至</a:t>
            </a:r>
            <a:r>
              <a:rPr lang="en-US" altLang="zh-CN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20000</a:t>
            </a:r>
            <a:r>
              <a:rPr lang="zh-CN" altLang="en-US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元，单次模拟费用多在</a:t>
            </a:r>
            <a:r>
              <a:rPr lang="en-US" altLang="zh-CN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500</a:t>
            </a:r>
            <a:r>
              <a:rPr lang="zh-CN" altLang="en-US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元以上。平台可以将这一数字降低至</a:t>
            </a:r>
            <a:r>
              <a:rPr lang="en-US" altLang="zh-CN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api</a:t>
            </a:r>
            <a:r>
              <a:rPr lang="zh-CN" altLang="en-US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调用</a:t>
            </a:r>
            <a:r>
              <a:rPr lang="zh-CN" altLang="en-US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成本</a:t>
            </a:r>
            <a:endParaRPr lang="zh-CN" altLang="en-US" sz="1200" dirty="0">
              <a:solidFill>
                <a:schemeClr val="tx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endParaRPr lang="zh-CN" altLang="en-US" sz="1200" dirty="0">
              <a:solidFill>
                <a:schemeClr val="tx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endParaRPr lang="zh-CN" altLang="en-US" sz="1200" dirty="0">
              <a:solidFill>
                <a:schemeClr val="tx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3192" y="287908"/>
            <a:ext cx="2880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7950" y="287908"/>
            <a:ext cx="721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2" name="TextBox 13"/>
          <p:cNvSpPr txBox="1"/>
          <p:nvPr/>
        </p:nvSpPr>
        <p:spPr>
          <a:xfrm>
            <a:off x="324098" y="272139"/>
            <a:ext cx="2304256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价值与意义</a:t>
            </a:r>
            <a:endParaRPr lang="en-US" altLang="zh-CN" sz="18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852841" y="864217"/>
            <a:ext cx="1358900" cy="509905"/>
          </a:xfrm>
          <a:prstGeom prst="rect">
            <a:avLst/>
          </a:prstGeom>
        </p:spPr>
        <p:txBody>
          <a:bodyPr wrap="none" lIns="67391" tIns="33696" rIns="67391" bIns="33696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r>
              <a:rPr lang="zh-CN" altLang="en-US" sz="2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经济价值</a:t>
            </a:r>
            <a:endParaRPr lang="zh-CN" altLang="en-US" sz="24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5" name="圆角矩形 14"/>
          <p:cNvSpPr/>
          <p:nvPr>
            <p:custDataLst>
              <p:tags r:id="rId7"/>
            </p:custDataLst>
          </p:nvPr>
        </p:nvSpPr>
        <p:spPr>
          <a:xfrm flipH="1">
            <a:off x="539750" y="2736215"/>
            <a:ext cx="3025775" cy="1762125"/>
          </a:xfrm>
          <a:prstGeom prst="roundRect">
            <a:avLst>
              <a:gd name="adj" fmla="val 6011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391" tIns="33696" rIns="67391" bIns="33696" numCol="1" spcCol="0" rtlCol="0" fromWordArt="0" anchor="t" anchorCtr="0" forceAA="0" compatLnSpc="1">
            <a:noAutofit/>
          </a:bodyPr>
          <a:lstStyle/>
          <a:p>
            <a:pPr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r>
              <a:rPr lang="zh-CN" altLang="en-US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向高校提供就业训练平台，可帮助学校以更低成本覆盖更多学生，缓解就业指导资源不足的问题</a:t>
            </a:r>
            <a:endParaRPr lang="zh-CN" altLang="en-US" sz="1200" dirty="0">
              <a:solidFill>
                <a:schemeClr val="tx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endParaRPr lang="zh-CN" altLang="en-US" sz="1200" dirty="0">
              <a:solidFill>
                <a:schemeClr val="tx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r>
              <a:rPr lang="zh-CN" altLang="en-US" sz="1200" dirty="0">
                <a:solidFill>
                  <a:schemeClr val="tx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向企业提供校招筛选、测评和画像服务，可减少前期人工筛选与重复沟通成本，提高初筛效率和岗位匹配精准度</a:t>
            </a:r>
            <a:endParaRPr lang="zh-CN" altLang="en-US" sz="1200" dirty="0">
              <a:solidFill>
                <a:schemeClr val="tx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endParaRPr lang="zh-CN" altLang="en-US" sz="1200" dirty="0">
              <a:solidFill>
                <a:schemeClr val="tx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</a:pPr>
            <a:endParaRPr lang="zh-CN" altLang="en-US" sz="1200" dirty="0">
              <a:solidFill>
                <a:schemeClr val="tx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53"/>
    </mc:Choice>
    <mc:Fallback>
      <p:transition spd="slow" advTm="265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/>
        </p:nvSpPr>
        <p:spPr>
          <a:xfrm flipV="1">
            <a:off x="-503993" y="1656060"/>
            <a:ext cx="10009112" cy="663922"/>
          </a:xfrm>
          <a:prstGeom prst="parallelogram">
            <a:avLst>
              <a:gd name="adj" fmla="val 0"/>
            </a:avLst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56146" y="1368028"/>
            <a:ext cx="2108606" cy="1397240"/>
          </a:xfrm>
          <a:prstGeom prst="triangle">
            <a:avLst>
              <a:gd name="adj" fmla="val 50785"/>
            </a:avLst>
          </a:prstGeom>
          <a:solidFill>
            <a:srgbClr val="2064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" name="TextBox 13"/>
          <p:cNvSpPr txBox="1"/>
          <p:nvPr/>
        </p:nvSpPr>
        <p:spPr>
          <a:xfrm>
            <a:off x="684138" y="1440036"/>
            <a:ext cx="2304256" cy="8147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48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03</a:t>
            </a:r>
            <a:endParaRPr lang="en-US" sz="48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0" name="TextBox 13"/>
          <p:cNvSpPr txBox="1"/>
          <p:nvPr/>
        </p:nvSpPr>
        <p:spPr>
          <a:xfrm>
            <a:off x="3276426" y="1728068"/>
            <a:ext cx="2808312" cy="5162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目标与预期</a:t>
            </a:r>
            <a:r>
              <a:rPr lang="zh-CN" altLang="en-US" sz="28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成果</a:t>
            </a:r>
            <a:endParaRPr lang="zh-CN" altLang="en-US" sz="28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86"/>
    </mc:Choice>
    <mc:Fallback>
      <p:transition spd="slow" advTm="7686"/>
    </mc:Fallback>
  </mc:AlternateContent>
  <p:timing>
    <p:tnLst>
      <p:par>
        <p:cTn id="1" dur="indefinite" restart="never" nodeType="tmRoot"/>
      </p:par>
    </p:tnLst>
    <p:bldLst>
      <p:bldP spid="7" grpId="0" animBg="1"/>
      <p:bldP spid="8" grpId="0" animBg="1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"/>
          <p:cNvSpPr/>
          <p:nvPr/>
        </p:nvSpPr>
        <p:spPr>
          <a:xfrm flipH="1">
            <a:off x="3694585" y="2181843"/>
            <a:ext cx="1738051" cy="1903239"/>
          </a:xfrm>
          <a:prstGeom prst="roundRect">
            <a:avLst/>
          </a:prstGeom>
          <a:solidFill>
            <a:srgbClr val="00B0F0"/>
          </a:solidFill>
          <a:ln>
            <a:noFill/>
          </a:ln>
          <a:effectLst>
            <a:outerShdw blurRad="127000" dist="266700" dir="3180000" algn="t" rotWithShape="0">
              <a:prstClr val="black">
                <a:alpha val="10000"/>
              </a:prstClr>
            </a:outerShdw>
          </a:effectLst>
          <a:scene3d>
            <a:camera prst="perspectiveRelaxed" fov="2400000">
              <a:rot lat="19626000" lon="960000" rev="19092000"/>
            </a:camera>
            <a:lightRig rig="threePt" dir="t"/>
          </a:scene3d>
          <a:sp3d prstMaterial="matte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7391" tIns="33696" rIns="67391" bIns="33696"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" name="Rounded Rectangle 3"/>
          <p:cNvSpPr/>
          <p:nvPr/>
        </p:nvSpPr>
        <p:spPr>
          <a:xfrm flipH="1">
            <a:off x="3694585" y="1697862"/>
            <a:ext cx="1738051" cy="1903239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27000" dist="266700" dir="3180000" algn="t" rotWithShape="0">
              <a:prstClr val="black">
                <a:alpha val="10000"/>
              </a:prstClr>
            </a:outerShdw>
          </a:effectLst>
          <a:scene3d>
            <a:camera prst="perspectiveRelaxed" fov="2400000">
              <a:rot lat="19626000" lon="960000" rev="19092000"/>
            </a:camera>
            <a:lightRig rig="threePt" dir="t"/>
          </a:scene3d>
          <a:sp3d prstMaterial="matte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7391" tIns="33696" rIns="67391" bIns="33696"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" name="Rounded Rectangle 4"/>
          <p:cNvSpPr/>
          <p:nvPr/>
        </p:nvSpPr>
        <p:spPr>
          <a:xfrm flipH="1">
            <a:off x="3694585" y="1213881"/>
            <a:ext cx="1738051" cy="1903239"/>
          </a:xfrm>
          <a:prstGeom prst="roundRect">
            <a:avLst/>
          </a:prstGeom>
          <a:solidFill>
            <a:srgbClr val="00B0F0"/>
          </a:solidFill>
          <a:ln>
            <a:noFill/>
          </a:ln>
          <a:effectLst>
            <a:outerShdw blurRad="127000" dist="266700" dir="3180000" algn="t" rotWithShape="0">
              <a:prstClr val="black">
                <a:alpha val="10000"/>
              </a:prstClr>
            </a:outerShdw>
          </a:effectLst>
          <a:scene3d>
            <a:camera prst="perspectiveRelaxed" fov="2400000">
              <a:rot lat="19626000" lon="960000" rev="19092000"/>
            </a:camera>
            <a:lightRig rig="threePt" dir="t"/>
          </a:scene3d>
          <a:sp3d prstMaterial="matte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7391" tIns="33696" rIns="67391" bIns="33696" rtlCol="0" anchor="ctr"/>
          <a:lstStyle/>
          <a:p>
            <a:pPr algn="ctr"/>
            <a:endParaRPr lang="en-US" sz="7100" dirty="0">
              <a:solidFill>
                <a:schemeClr val="tx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grpSp>
        <p:nvGrpSpPr>
          <p:cNvPr id="5" name="Group 12"/>
          <p:cNvGrpSpPr/>
          <p:nvPr>
            <p:custDataLst>
              <p:tags r:id="rId1"/>
            </p:custDataLst>
          </p:nvPr>
        </p:nvGrpSpPr>
        <p:grpSpPr>
          <a:xfrm flipH="1">
            <a:off x="882604" y="1078772"/>
            <a:ext cx="2270577" cy="1017463"/>
            <a:chOff x="8159638" y="1387195"/>
            <a:chExt cx="3075490" cy="1384391"/>
          </a:xfrm>
          <a:solidFill>
            <a:srgbClr val="00B0F0"/>
          </a:solidFill>
        </p:grpSpPr>
        <p:sp>
          <p:nvSpPr>
            <p:cNvPr id="6" name="Rounded Rectangle 8"/>
            <p:cNvSpPr/>
            <p:nvPr>
              <p:custDataLst>
                <p:tags r:id="rId2"/>
              </p:custDataLst>
            </p:nvPr>
          </p:nvSpPr>
          <p:spPr>
            <a:xfrm>
              <a:off x="8220598" y="1387195"/>
              <a:ext cx="3014530" cy="1384391"/>
            </a:xfrm>
            <a:prstGeom prst="roundRect">
              <a:avLst>
                <a:gd name="adj" fmla="val 2744"/>
              </a:avLst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7" name="Oval 7"/>
            <p:cNvSpPr>
              <a:spLocks noChangeAspect="1"/>
            </p:cNvSpPr>
            <p:nvPr>
              <p:custDataLst>
                <p:tags r:id="rId3"/>
              </p:custDataLst>
            </p:nvPr>
          </p:nvSpPr>
          <p:spPr>
            <a:xfrm>
              <a:off x="8159638" y="2018430"/>
              <a:ext cx="121920" cy="121920"/>
            </a:xfrm>
            <a:prstGeom prst="ellips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8" name="Rectangle 11"/>
            <p:cNvSpPr/>
            <p:nvPr>
              <p:custDataLst>
                <p:tags r:id="rId4"/>
              </p:custDataLst>
            </p:nvPr>
          </p:nvSpPr>
          <p:spPr>
            <a:xfrm>
              <a:off x="8508722" y="1772214"/>
              <a:ext cx="412974" cy="690970"/>
            </a:xfrm>
            <a:prstGeom prst="rect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2700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cs typeface="linea-basic-10" charset="0"/>
                  <a:sym typeface="inpin heiti" panose="00000500000000000000" pitchFamily="2" charset="-122"/>
                </a:rPr>
                <a:t>1</a:t>
              </a:r>
              <a:endParaRPr lang="en-US" sz="27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9" name="Group 13"/>
          <p:cNvGrpSpPr/>
          <p:nvPr>
            <p:custDataLst>
              <p:tags r:id="rId5"/>
            </p:custDataLst>
          </p:nvPr>
        </p:nvGrpSpPr>
        <p:grpSpPr>
          <a:xfrm flipH="1">
            <a:off x="900384" y="2208023"/>
            <a:ext cx="2270577" cy="1017463"/>
            <a:chOff x="8159638" y="1387195"/>
            <a:chExt cx="3075490" cy="1384391"/>
          </a:xfrm>
          <a:solidFill>
            <a:srgbClr val="00B0F0"/>
          </a:solidFill>
        </p:grpSpPr>
        <p:sp>
          <p:nvSpPr>
            <p:cNvPr id="10" name="Rounded Rectangle 14"/>
            <p:cNvSpPr/>
            <p:nvPr>
              <p:custDataLst>
                <p:tags r:id="rId6"/>
              </p:custDataLst>
            </p:nvPr>
          </p:nvSpPr>
          <p:spPr>
            <a:xfrm>
              <a:off x="8220598" y="1387195"/>
              <a:ext cx="3014530" cy="1384391"/>
            </a:xfrm>
            <a:prstGeom prst="roundRect">
              <a:avLst>
                <a:gd name="adj" fmla="val 2744"/>
              </a:avLst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1" name="Oval 17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8159638" y="2018430"/>
              <a:ext cx="121920" cy="121920"/>
            </a:xfrm>
            <a:prstGeom prst="ellips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2" name="Rectangle 18"/>
            <p:cNvSpPr/>
            <p:nvPr>
              <p:custDataLst>
                <p:tags r:id="rId8"/>
              </p:custDataLst>
            </p:nvPr>
          </p:nvSpPr>
          <p:spPr>
            <a:xfrm>
              <a:off x="8467468" y="1772214"/>
              <a:ext cx="495483" cy="690970"/>
            </a:xfrm>
            <a:prstGeom prst="rect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2700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cs typeface="linea-basic-10" charset="0"/>
                  <a:sym typeface="inpin heiti" panose="00000500000000000000" pitchFamily="2" charset="-122"/>
                </a:rPr>
                <a:t>2</a:t>
              </a:r>
              <a:endParaRPr lang="en-US" sz="27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13" name="Group 19"/>
          <p:cNvGrpSpPr/>
          <p:nvPr>
            <p:custDataLst>
              <p:tags r:id="rId9"/>
            </p:custDataLst>
          </p:nvPr>
        </p:nvGrpSpPr>
        <p:grpSpPr>
          <a:xfrm flipH="1">
            <a:off x="882604" y="3337273"/>
            <a:ext cx="2270577" cy="1017463"/>
            <a:chOff x="8159638" y="1387195"/>
            <a:chExt cx="3075490" cy="1384391"/>
          </a:xfrm>
          <a:solidFill>
            <a:srgbClr val="00B0F0"/>
          </a:solidFill>
        </p:grpSpPr>
        <p:sp>
          <p:nvSpPr>
            <p:cNvPr id="14" name="Rounded Rectangle 20"/>
            <p:cNvSpPr/>
            <p:nvPr>
              <p:custDataLst>
                <p:tags r:id="rId10"/>
              </p:custDataLst>
            </p:nvPr>
          </p:nvSpPr>
          <p:spPr>
            <a:xfrm>
              <a:off x="8220598" y="1387195"/>
              <a:ext cx="3014530" cy="1384391"/>
            </a:xfrm>
            <a:prstGeom prst="roundRect">
              <a:avLst>
                <a:gd name="adj" fmla="val 2744"/>
              </a:avLst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5" name="Oval 23"/>
            <p:cNvSpPr>
              <a:spLocks noChangeAspect="1"/>
            </p:cNvSpPr>
            <p:nvPr>
              <p:custDataLst>
                <p:tags r:id="rId11"/>
              </p:custDataLst>
            </p:nvPr>
          </p:nvSpPr>
          <p:spPr>
            <a:xfrm>
              <a:off x="8159638" y="2018430"/>
              <a:ext cx="121920" cy="121920"/>
            </a:xfrm>
            <a:prstGeom prst="ellipse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6" name="Rectangle 24"/>
            <p:cNvSpPr/>
            <p:nvPr>
              <p:custDataLst>
                <p:tags r:id="rId12"/>
              </p:custDataLst>
            </p:nvPr>
          </p:nvSpPr>
          <p:spPr>
            <a:xfrm>
              <a:off x="8468554" y="1772214"/>
              <a:ext cx="493311" cy="690970"/>
            </a:xfrm>
            <a:prstGeom prst="rect">
              <a:avLst/>
            </a:pr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2700" dirty="0">
                  <a:solidFill>
                    <a:schemeClr val="bg1"/>
                  </a:solidFill>
                  <a:latin typeface="inpin heiti" panose="00000500000000000000" pitchFamily="2" charset="-122"/>
                  <a:ea typeface="inpin heiti" panose="00000500000000000000" pitchFamily="2" charset="-122"/>
                  <a:cs typeface="linea-basic-10" charset="0"/>
                  <a:sym typeface="inpin heiti" panose="00000500000000000000" pitchFamily="2" charset="-122"/>
                </a:rPr>
                <a:t>3</a:t>
              </a:r>
              <a:endParaRPr lang="en-US" sz="27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cxnSp>
        <p:nvCxnSpPr>
          <p:cNvPr id="17" name="Curved Connector 26"/>
          <p:cNvCxnSpPr>
            <a:stCxn id="4" idx="3"/>
            <a:endCxn id="7" idx="2"/>
          </p:cNvCxnSpPr>
          <p:nvPr/>
        </p:nvCxnSpPr>
        <p:spPr>
          <a:xfrm flipH="1" flipV="1">
            <a:off x="3153181" y="1587503"/>
            <a:ext cx="541405" cy="577997"/>
          </a:xfrm>
          <a:prstGeom prst="curvedConnector3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27"/>
          <p:cNvCxnSpPr>
            <a:endCxn id="11" idx="2"/>
          </p:cNvCxnSpPr>
          <p:nvPr/>
        </p:nvCxnSpPr>
        <p:spPr>
          <a:xfrm flipH="1">
            <a:off x="3170961" y="2539758"/>
            <a:ext cx="414830" cy="177631"/>
          </a:xfrm>
          <a:prstGeom prst="curvedConnector3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31"/>
          <p:cNvCxnSpPr>
            <a:endCxn id="15" idx="2"/>
          </p:cNvCxnSpPr>
          <p:nvPr/>
        </p:nvCxnSpPr>
        <p:spPr>
          <a:xfrm rot="5400000">
            <a:off x="2954085" y="3232079"/>
            <a:ext cx="813021" cy="414829"/>
          </a:xfrm>
          <a:prstGeom prst="curvedConnector2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13"/>
          <p:cNvSpPr txBox="1"/>
          <p:nvPr>
            <p:custDataLst>
              <p:tags r:id="rId13"/>
            </p:custDataLst>
          </p:nvPr>
        </p:nvSpPr>
        <p:spPr>
          <a:xfrm flipH="1">
            <a:off x="1278890" y="1440180"/>
            <a:ext cx="1311910" cy="4438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原型系统</a:t>
            </a:r>
            <a:endParaRPr lang="zh-CN" altLang="en-US" sz="18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23192" y="287908"/>
            <a:ext cx="2880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07950" y="287908"/>
            <a:ext cx="721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1" name="TextBox 13"/>
          <p:cNvSpPr txBox="1"/>
          <p:nvPr/>
        </p:nvSpPr>
        <p:spPr>
          <a:xfrm>
            <a:off x="324098" y="272139"/>
            <a:ext cx="2304256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目标与</a:t>
            </a:r>
            <a:r>
              <a:rPr lang="zh-CN" altLang="en-US" sz="18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预期成果</a:t>
            </a:r>
            <a:endParaRPr lang="zh-CN" altLang="en-US" sz="18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33" name="Curved Connector 27"/>
          <p:cNvCxnSpPr/>
          <p:nvPr/>
        </p:nvCxnSpPr>
        <p:spPr>
          <a:xfrm flipH="1">
            <a:off x="5652541" y="2494038"/>
            <a:ext cx="414830" cy="177631"/>
          </a:xfrm>
          <a:prstGeom prst="curvedConnector3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13"/>
          <p:cNvGrpSpPr/>
          <p:nvPr>
            <p:custDataLst>
              <p:tags r:id="rId14"/>
            </p:custDataLst>
          </p:nvPr>
        </p:nvGrpSpPr>
        <p:grpSpPr>
          <a:xfrm rot="10800000" flipH="1">
            <a:off x="6064250" y="1089025"/>
            <a:ext cx="2270760" cy="2836545"/>
            <a:chOff x="8159638" y="1387195"/>
            <a:chExt cx="3075490" cy="1384391"/>
          </a:xfrm>
          <a:solidFill>
            <a:srgbClr val="00B0F0"/>
          </a:solidFill>
        </p:grpSpPr>
        <p:sp>
          <p:nvSpPr>
            <p:cNvPr id="36" name="Rounded Rectangle 14"/>
            <p:cNvSpPr/>
            <p:nvPr>
              <p:custDataLst>
                <p:tags r:id="rId15"/>
              </p:custDataLst>
            </p:nvPr>
          </p:nvSpPr>
          <p:spPr>
            <a:xfrm>
              <a:off x="8220598" y="1387195"/>
              <a:ext cx="3014530" cy="1384391"/>
            </a:xfrm>
            <a:prstGeom prst="roundRect">
              <a:avLst>
                <a:gd name="adj" fmla="val 2744"/>
              </a:avLst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7" name="Oval 17"/>
            <p:cNvSpPr>
              <a:spLocks noChangeAspect="1"/>
            </p:cNvSpPr>
            <p:nvPr>
              <p:custDataLst>
                <p:tags r:id="rId16"/>
              </p:custDataLst>
            </p:nvPr>
          </p:nvSpPr>
          <p:spPr>
            <a:xfrm>
              <a:off x="8159638" y="2018430"/>
              <a:ext cx="121920" cy="121920"/>
            </a:xfrm>
            <a:prstGeom prst="ellipse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39" name="TextBox 13"/>
          <p:cNvSpPr txBox="1"/>
          <p:nvPr>
            <p:custDataLst>
              <p:tags r:id="rId17"/>
            </p:custDataLst>
          </p:nvPr>
        </p:nvSpPr>
        <p:spPr>
          <a:xfrm flipH="1">
            <a:off x="6372971" y="720205"/>
            <a:ext cx="1210309" cy="3689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目标</a:t>
            </a:r>
            <a:endParaRPr lang="zh-CN" altLang="en-US" sz="20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0" name="TextBox 13"/>
          <p:cNvSpPr txBox="1"/>
          <p:nvPr>
            <p:custDataLst>
              <p:tags r:id="rId18"/>
            </p:custDataLst>
          </p:nvPr>
        </p:nvSpPr>
        <p:spPr>
          <a:xfrm flipH="1">
            <a:off x="6261100" y="1261110"/>
            <a:ext cx="1913890" cy="27343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打造一个</a:t>
            </a:r>
            <a:r>
              <a:rPr lang="en-US" altLang="zh-CN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AI</a:t>
            </a:r>
            <a:r>
              <a:rPr lang="zh-CN" altLang="en-US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面试模拟系统，覆盖多个场景，具备多模态交互能力。</a:t>
            </a:r>
            <a:endParaRPr lang="zh-CN" altLang="en-US" sz="12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endParaRPr lang="zh-CN" altLang="en-US" sz="12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搭建</a:t>
            </a:r>
            <a:r>
              <a:rPr lang="en-US" altLang="zh-CN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agent</a:t>
            </a:r>
            <a:r>
              <a:rPr lang="zh-CN" altLang="en-US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框架和练习平台</a:t>
            </a:r>
            <a:r>
              <a:rPr lang="en-US" altLang="zh-CN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(</a:t>
            </a:r>
            <a:r>
              <a:rPr lang="en-US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PC</a:t>
            </a:r>
            <a:r>
              <a:rPr lang="zh-CN" altLang="en-US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端软件</a:t>
            </a:r>
            <a:r>
              <a:rPr lang="en-US" altLang="zh-CN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)</a:t>
            </a:r>
            <a:r>
              <a:rPr lang="zh-CN" altLang="en-US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，提供</a:t>
            </a:r>
            <a:r>
              <a:rPr lang="en-US" altLang="zh-CN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AI</a:t>
            </a:r>
            <a:r>
              <a:rPr lang="zh-CN" altLang="en-US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面试官和面试</a:t>
            </a:r>
            <a:r>
              <a:rPr lang="zh-CN" altLang="en-US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模拟，引入评价和反馈机制。最终实现模拟、评分、复盘三大环节的练习</a:t>
            </a:r>
            <a:r>
              <a:rPr lang="zh-CN" altLang="en-US" sz="12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闭环。</a:t>
            </a:r>
            <a:endParaRPr lang="zh-CN" altLang="en-US" sz="12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1" name="TextBox 13"/>
          <p:cNvSpPr txBox="1"/>
          <p:nvPr>
            <p:custDataLst>
              <p:tags r:id="rId19"/>
            </p:custDataLst>
          </p:nvPr>
        </p:nvSpPr>
        <p:spPr>
          <a:xfrm flipH="1">
            <a:off x="1278890" y="2562225"/>
            <a:ext cx="1311910" cy="4438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技术方案</a:t>
            </a:r>
            <a:endParaRPr lang="zh-CN" altLang="en-US" sz="18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2" name="TextBox 13"/>
          <p:cNvSpPr txBox="1"/>
          <p:nvPr>
            <p:custDataLst>
              <p:tags r:id="rId20"/>
            </p:custDataLst>
          </p:nvPr>
        </p:nvSpPr>
        <p:spPr>
          <a:xfrm flipH="1">
            <a:off x="1278890" y="3684270"/>
            <a:ext cx="1311910" cy="4438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项目</a:t>
            </a:r>
            <a:r>
              <a:rPr lang="zh-CN" altLang="en-US" sz="18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申报书</a:t>
            </a:r>
            <a:endParaRPr lang="zh-CN" altLang="en-US" sz="18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74"/>
    </mc:Choice>
    <mc:Fallback>
      <p:transition spd="slow" advTm="1674"/>
    </mc:Fallback>
  </mc:AlternateContent>
  <p:timing>
    <p:tnLst>
      <p:par>
        <p:cTn id="1" dur="indefinite" restart="never" nodeType="tmRoot"/>
      </p:par>
    </p:tnLst>
    <p:bldLst>
      <p:bldP spid="2" grpId="0" animBg="1"/>
      <p:bldP spid="3" grpId="0" animBg="1"/>
      <p:bldP spid="4" grpId="0" animBg="1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/>
        </p:nvSpPr>
        <p:spPr>
          <a:xfrm flipV="1">
            <a:off x="-503993" y="1656060"/>
            <a:ext cx="10009112" cy="663922"/>
          </a:xfrm>
          <a:prstGeom prst="parallelogram">
            <a:avLst>
              <a:gd name="adj" fmla="val 0"/>
            </a:avLst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56146" y="1368028"/>
            <a:ext cx="2108606" cy="1397240"/>
          </a:xfrm>
          <a:prstGeom prst="triangle">
            <a:avLst>
              <a:gd name="adj" fmla="val 50785"/>
            </a:avLst>
          </a:prstGeom>
          <a:solidFill>
            <a:srgbClr val="2064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" name="TextBox 13"/>
          <p:cNvSpPr txBox="1"/>
          <p:nvPr/>
        </p:nvSpPr>
        <p:spPr>
          <a:xfrm>
            <a:off x="684138" y="1440036"/>
            <a:ext cx="2304256" cy="8147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48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04</a:t>
            </a:r>
            <a:endParaRPr lang="en-US" sz="48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0" name="TextBox 13"/>
          <p:cNvSpPr txBox="1"/>
          <p:nvPr/>
        </p:nvSpPr>
        <p:spPr>
          <a:xfrm>
            <a:off x="3276426" y="1728068"/>
            <a:ext cx="2808312" cy="5162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难点与创新</a:t>
            </a:r>
            <a:r>
              <a:rPr lang="zh-CN" altLang="en-US" sz="2800" b="1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性</a:t>
            </a:r>
            <a:endParaRPr lang="zh-CN" altLang="en-US" sz="2800" b="1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45"/>
    </mc:Choice>
    <mc:Fallback>
      <p:transition spd="slow" advTm="7545"/>
    </mc:Fallback>
  </mc:AlternateContent>
  <p:timing>
    <p:tnLst>
      <p:par>
        <p:cTn id="1" dur="indefinite" restart="never" nodeType="tmRoot"/>
      </p:par>
    </p:tnLst>
    <p:bldLst>
      <p:bldP spid="7" grpId="0" animBg="1"/>
      <p:bldP spid="8" grpId="0" animBg="1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 rot="5400000">
            <a:off x="774116" y="729261"/>
            <a:ext cx="2511182" cy="4220840"/>
            <a:chOff x="3305739" y="0"/>
            <a:chExt cx="2562592" cy="4287838"/>
          </a:xfrm>
        </p:grpSpPr>
        <p:sp>
          <p:nvSpPr>
            <p:cNvPr id="3" name="Freeform 6"/>
            <p:cNvSpPr>
              <a:spLocks noEditPoints="1"/>
            </p:cNvSpPr>
            <p:nvPr/>
          </p:nvSpPr>
          <p:spPr bwMode="auto">
            <a:xfrm>
              <a:off x="4869793" y="2454275"/>
              <a:ext cx="998538" cy="1801813"/>
            </a:xfrm>
            <a:custGeom>
              <a:avLst/>
              <a:gdLst>
                <a:gd name="T0" fmla="*/ 248 w 491"/>
                <a:gd name="T1" fmla="*/ 0 h 888"/>
                <a:gd name="T2" fmla="*/ 6 w 491"/>
                <a:gd name="T3" fmla="*/ 226 h 888"/>
                <a:gd name="T4" fmla="*/ 0 w 491"/>
                <a:gd name="T5" fmla="*/ 288 h 888"/>
                <a:gd name="T6" fmla="*/ 0 w 491"/>
                <a:gd name="T7" fmla="*/ 298 h 888"/>
                <a:gd name="T8" fmla="*/ 0 w 491"/>
                <a:gd name="T9" fmla="*/ 846 h 888"/>
                <a:gd name="T10" fmla="*/ 43 w 491"/>
                <a:gd name="T11" fmla="*/ 888 h 888"/>
                <a:gd name="T12" fmla="*/ 86 w 491"/>
                <a:gd name="T13" fmla="*/ 847 h 888"/>
                <a:gd name="T14" fmla="*/ 85 w 491"/>
                <a:gd name="T15" fmla="*/ 421 h 888"/>
                <a:gd name="T16" fmla="*/ 248 w 491"/>
                <a:gd name="T17" fmla="*/ 485 h 888"/>
                <a:gd name="T18" fmla="*/ 491 w 491"/>
                <a:gd name="T19" fmla="*/ 242 h 888"/>
                <a:gd name="T20" fmla="*/ 248 w 491"/>
                <a:gd name="T21" fmla="*/ 0 h 888"/>
                <a:gd name="T22" fmla="*/ 248 w 491"/>
                <a:gd name="T23" fmla="*/ 410 h 888"/>
                <a:gd name="T24" fmla="*/ 85 w 491"/>
                <a:gd name="T25" fmla="*/ 282 h 888"/>
                <a:gd name="T26" fmla="*/ 81 w 491"/>
                <a:gd name="T27" fmla="*/ 226 h 888"/>
                <a:gd name="T28" fmla="*/ 248 w 491"/>
                <a:gd name="T29" fmla="*/ 74 h 888"/>
                <a:gd name="T30" fmla="*/ 416 w 491"/>
                <a:gd name="T31" fmla="*/ 242 h 888"/>
                <a:gd name="T32" fmla="*/ 248 w 491"/>
                <a:gd name="T33" fmla="*/ 41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1" h="888">
                  <a:moveTo>
                    <a:pt x="248" y="0"/>
                  </a:moveTo>
                  <a:cubicBezTo>
                    <a:pt x="120" y="0"/>
                    <a:pt x="15" y="100"/>
                    <a:pt x="6" y="226"/>
                  </a:cubicBezTo>
                  <a:cubicBezTo>
                    <a:pt x="6" y="226"/>
                    <a:pt x="1" y="266"/>
                    <a:pt x="0" y="288"/>
                  </a:cubicBezTo>
                  <a:cubicBezTo>
                    <a:pt x="0" y="292"/>
                    <a:pt x="0" y="295"/>
                    <a:pt x="0" y="298"/>
                  </a:cubicBezTo>
                  <a:cubicBezTo>
                    <a:pt x="0" y="532"/>
                    <a:pt x="0" y="821"/>
                    <a:pt x="0" y="846"/>
                  </a:cubicBezTo>
                  <a:cubicBezTo>
                    <a:pt x="1" y="870"/>
                    <a:pt x="20" y="888"/>
                    <a:pt x="43" y="888"/>
                  </a:cubicBezTo>
                  <a:cubicBezTo>
                    <a:pt x="66" y="888"/>
                    <a:pt x="85" y="870"/>
                    <a:pt x="86" y="847"/>
                  </a:cubicBezTo>
                  <a:cubicBezTo>
                    <a:pt x="86" y="826"/>
                    <a:pt x="85" y="615"/>
                    <a:pt x="85" y="421"/>
                  </a:cubicBezTo>
                  <a:cubicBezTo>
                    <a:pt x="128" y="461"/>
                    <a:pt x="186" y="485"/>
                    <a:pt x="248" y="485"/>
                  </a:cubicBezTo>
                  <a:cubicBezTo>
                    <a:pt x="382" y="485"/>
                    <a:pt x="491" y="376"/>
                    <a:pt x="491" y="242"/>
                  </a:cubicBezTo>
                  <a:cubicBezTo>
                    <a:pt x="491" y="108"/>
                    <a:pt x="382" y="0"/>
                    <a:pt x="248" y="0"/>
                  </a:cubicBezTo>
                  <a:close/>
                  <a:moveTo>
                    <a:pt x="248" y="410"/>
                  </a:moveTo>
                  <a:cubicBezTo>
                    <a:pt x="169" y="410"/>
                    <a:pt x="103" y="355"/>
                    <a:pt x="85" y="282"/>
                  </a:cubicBezTo>
                  <a:cubicBezTo>
                    <a:pt x="79" y="250"/>
                    <a:pt x="81" y="226"/>
                    <a:pt x="81" y="226"/>
                  </a:cubicBezTo>
                  <a:cubicBezTo>
                    <a:pt x="90" y="141"/>
                    <a:pt x="161" y="74"/>
                    <a:pt x="248" y="74"/>
                  </a:cubicBezTo>
                  <a:cubicBezTo>
                    <a:pt x="341" y="74"/>
                    <a:pt x="416" y="149"/>
                    <a:pt x="416" y="242"/>
                  </a:cubicBezTo>
                  <a:cubicBezTo>
                    <a:pt x="416" y="335"/>
                    <a:pt x="341" y="410"/>
                    <a:pt x="248" y="410"/>
                  </a:cubicBez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" name="Freeform 7"/>
            <p:cNvSpPr>
              <a:spLocks noEditPoints="1"/>
            </p:cNvSpPr>
            <p:nvPr/>
          </p:nvSpPr>
          <p:spPr bwMode="auto">
            <a:xfrm>
              <a:off x="4675654" y="1271588"/>
              <a:ext cx="998538" cy="3008313"/>
            </a:xfrm>
            <a:custGeom>
              <a:avLst/>
              <a:gdLst>
                <a:gd name="T0" fmla="*/ 248 w 491"/>
                <a:gd name="T1" fmla="*/ 0 h 1482"/>
                <a:gd name="T2" fmla="*/ 6 w 491"/>
                <a:gd name="T3" fmla="*/ 226 h 1482"/>
                <a:gd name="T4" fmla="*/ 0 w 491"/>
                <a:gd name="T5" fmla="*/ 289 h 1482"/>
                <a:gd name="T6" fmla="*/ 0 w 491"/>
                <a:gd name="T7" fmla="*/ 299 h 1482"/>
                <a:gd name="T8" fmla="*/ 0 w 491"/>
                <a:gd name="T9" fmla="*/ 1440 h 1482"/>
                <a:gd name="T10" fmla="*/ 43 w 491"/>
                <a:gd name="T11" fmla="*/ 1482 h 1482"/>
                <a:gd name="T12" fmla="*/ 86 w 491"/>
                <a:gd name="T13" fmla="*/ 1440 h 1482"/>
                <a:gd name="T14" fmla="*/ 85 w 491"/>
                <a:gd name="T15" fmla="*/ 422 h 1482"/>
                <a:gd name="T16" fmla="*/ 248 w 491"/>
                <a:gd name="T17" fmla="*/ 485 h 1482"/>
                <a:gd name="T18" fmla="*/ 491 w 491"/>
                <a:gd name="T19" fmla="*/ 243 h 1482"/>
                <a:gd name="T20" fmla="*/ 248 w 491"/>
                <a:gd name="T21" fmla="*/ 0 h 1482"/>
                <a:gd name="T22" fmla="*/ 248 w 491"/>
                <a:gd name="T23" fmla="*/ 410 h 1482"/>
                <a:gd name="T24" fmla="*/ 85 w 491"/>
                <a:gd name="T25" fmla="*/ 282 h 1482"/>
                <a:gd name="T26" fmla="*/ 81 w 491"/>
                <a:gd name="T27" fmla="*/ 226 h 1482"/>
                <a:gd name="T28" fmla="*/ 248 w 491"/>
                <a:gd name="T29" fmla="*/ 75 h 1482"/>
                <a:gd name="T30" fmla="*/ 416 w 491"/>
                <a:gd name="T31" fmla="*/ 243 h 1482"/>
                <a:gd name="T32" fmla="*/ 248 w 491"/>
                <a:gd name="T33" fmla="*/ 410 h 1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1" h="1482">
                  <a:moveTo>
                    <a:pt x="248" y="0"/>
                  </a:moveTo>
                  <a:cubicBezTo>
                    <a:pt x="120" y="0"/>
                    <a:pt x="15" y="100"/>
                    <a:pt x="6" y="226"/>
                  </a:cubicBezTo>
                  <a:cubicBezTo>
                    <a:pt x="6" y="226"/>
                    <a:pt x="1" y="266"/>
                    <a:pt x="0" y="289"/>
                  </a:cubicBezTo>
                  <a:cubicBezTo>
                    <a:pt x="0" y="292"/>
                    <a:pt x="0" y="295"/>
                    <a:pt x="0" y="299"/>
                  </a:cubicBezTo>
                  <a:cubicBezTo>
                    <a:pt x="0" y="533"/>
                    <a:pt x="0" y="1414"/>
                    <a:pt x="0" y="1440"/>
                  </a:cubicBezTo>
                  <a:cubicBezTo>
                    <a:pt x="1" y="1463"/>
                    <a:pt x="20" y="1482"/>
                    <a:pt x="43" y="1482"/>
                  </a:cubicBezTo>
                  <a:cubicBezTo>
                    <a:pt x="66" y="1482"/>
                    <a:pt x="85" y="1463"/>
                    <a:pt x="86" y="1440"/>
                  </a:cubicBezTo>
                  <a:cubicBezTo>
                    <a:pt x="86" y="1419"/>
                    <a:pt x="85" y="616"/>
                    <a:pt x="85" y="422"/>
                  </a:cubicBezTo>
                  <a:cubicBezTo>
                    <a:pt x="128" y="461"/>
                    <a:pt x="185" y="485"/>
                    <a:pt x="248" y="485"/>
                  </a:cubicBezTo>
                  <a:cubicBezTo>
                    <a:pt x="382" y="485"/>
                    <a:pt x="491" y="377"/>
                    <a:pt x="491" y="243"/>
                  </a:cubicBezTo>
                  <a:cubicBezTo>
                    <a:pt x="491" y="109"/>
                    <a:pt x="382" y="0"/>
                    <a:pt x="248" y="0"/>
                  </a:cubicBezTo>
                  <a:moveTo>
                    <a:pt x="248" y="410"/>
                  </a:moveTo>
                  <a:cubicBezTo>
                    <a:pt x="169" y="410"/>
                    <a:pt x="103" y="356"/>
                    <a:pt x="85" y="282"/>
                  </a:cubicBezTo>
                  <a:cubicBezTo>
                    <a:pt x="79" y="250"/>
                    <a:pt x="81" y="226"/>
                    <a:pt x="81" y="226"/>
                  </a:cubicBezTo>
                  <a:cubicBezTo>
                    <a:pt x="89" y="141"/>
                    <a:pt x="161" y="75"/>
                    <a:pt x="248" y="75"/>
                  </a:cubicBezTo>
                  <a:cubicBezTo>
                    <a:pt x="341" y="75"/>
                    <a:pt x="416" y="150"/>
                    <a:pt x="416" y="243"/>
                  </a:cubicBezTo>
                  <a:cubicBezTo>
                    <a:pt x="416" y="335"/>
                    <a:pt x="341" y="410"/>
                    <a:pt x="248" y="410"/>
                  </a:cubicBezTo>
                </a:path>
              </a:pathLst>
            </a:custGeom>
            <a:solidFill>
              <a:srgbClr val="00B0F0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5" name="Freeform 8"/>
            <p:cNvSpPr>
              <a:spLocks noEditPoints="1"/>
            </p:cNvSpPr>
            <p:nvPr/>
          </p:nvSpPr>
          <p:spPr bwMode="auto">
            <a:xfrm>
              <a:off x="3305739" y="2473325"/>
              <a:ext cx="996950" cy="1803400"/>
            </a:xfrm>
            <a:custGeom>
              <a:avLst/>
              <a:gdLst>
                <a:gd name="T0" fmla="*/ 0 w 491"/>
                <a:gd name="T1" fmla="*/ 243 h 889"/>
                <a:gd name="T2" fmla="*/ 243 w 491"/>
                <a:gd name="T3" fmla="*/ 485 h 889"/>
                <a:gd name="T4" fmla="*/ 406 w 491"/>
                <a:gd name="T5" fmla="*/ 422 h 889"/>
                <a:gd name="T6" fmla="*/ 406 w 491"/>
                <a:gd name="T7" fmla="*/ 847 h 889"/>
                <a:gd name="T8" fmla="*/ 448 w 491"/>
                <a:gd name="T9" fmla="*/ 889 h 889"/>
                <a:gd name="T10" fmla="*/ 491 w 491"/>
                <a:gd name="T11" fmla="*/ 847 h 889"/>
                <a:gd name="T12" fmla="*/ 491 w 491"/>
                <a:gd name="T13" fmla="*/ 299 h 889"/>
                <a:gd name="T14" fmla="*/ 491 w 491"/>
                <a:gd name="T15" fmla="*/ 289 h 889"/>
                <a:gd name="T16" fmla="*/ 485 w 491"/>
                <a:gd name="T17" fmla="*/ 226 h 889"/>
                <a:gd name="T18" fmla="*/ 243 w 491"/>
                <a:gd name="T19" fmla="*/ 0 h 889"/>
                <a:gd name="T20" fmla="*/ 0 w 491"/>
                <a:gd name="T21" fmla="*/ 243 h 889"/>
                <a:gd name="T22" fmla="*/ 75 w 491"/>
                <a:gd name="T23" fmla="*/ 243 h 889"/>
                <a:gd name="T24" fmla="*/ 243 w 491"/>
                <a:gd name="T25" fmla="*/ 75 h 889"/>
                <a:gd name="T26" fmla="*/ 410 w 491"/>
                <a:gd name="T27" fmla="*/ 226 h 889"/>
                <a:gd name="T28" fmla="*/ 406 w 491"/>
                <a:gd name="T29" fmla="*/ 282 h 889"/>
                <a:gd name="T30" fmla="*/ 243 w 491"/>
                <a:gd name="T31" fmla="*/ 410 h 889"/>
                <a:gd name="T32" fmla="*/ 75 w 491"/>
                <a:gd name="T33" fmla="*/ 243 h 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1" h="889">
                  <a:moveTo>
                    <a:pt x="0" y="243"/>
                  </a:moveTo>
                  <a:cubicBezTo>
                    <a:pt x="0" y="376"/>
                    <a:pt x="109" y="485"/>
                    <a:pt x="243" y="485"/>
                  </a:cubicBezTo>
                  <a:cubicBezTo>
                    <a:pt x="306" y="485"/>
                    <a:pt x="363" y="461"/>
                    <a:pt x="406" y="422"/>
                  </a:cubicBezTo>
                  <a:cubicBezTo>
                    <a:pt x="406" y="616"/>
                    <a:pt x="406" y="826"/>
                    <a:pt x="406" y="847"/>
                  </a:cubicBezTo>
                  <a:cubicBezTo>
                    <a:pt x="406" y="870"/>
                    <a:pt x="425" y="889"/>
                    <a:pt x="448" y="889"/>
                  </a:cubicBezTo>
                  <a:cubicBezTo>
                    <a:pt x="472" y="889"/>
                    <a:pt x="491" y="870"/>
                    <a:pt x="491" y="847"/>
                  </a:cubicBezTo>
                  <a:cubicBezTo>
                    <a:pt x="491" y="821"/>
                    <a:pt x="491" y="533"/>
                    <a:pt x="491" y="299"/>
                  </a:cubicBezTo>
                  <a:cubicBezTo>
                    <a:pt x="491" y="295"/>
                    <a:pt x="491" y="292"/>
                    <a:pt x="491" y="289"/>
                  </a:cubicBezTo>
                  <a:cubicBezTo>
                    <a:pt x="491" y="266"/>
                    <a:pt x="485" y="226"/>
                    <a:pt x="485" y="226"/>
                  </a:cubicBezTo>
                  <a:cubicBezTo>
                    <a:pt x="476" y="100"/>
                    <a:pt x="371" y="0"/>
                    <a:pt x="243" y="0"/>
                  </a:cubicBezTo>
                  <a:cubicBezTo>
                    <a:pt x="109" y="0"/>
                    <a:pt x="0" y="109"/>
                    <a:pt x="0" y="243"/>
                  </a:cubicBezTo>
                  <a:moveTo>
                    <a:pt x="75" y="243"/>
                  </a:moveTo>
                  <a:cubicBezTo>
                    <a:pt x="75" y="150"/>
                    <a:pt x="150" y="75"/>
                    <a:pt x="243" y="75"/>
                  </a:cubicBezTo>
                  <a:cubicBezTo>
                    <a:pt x="330" y="75"/>
                    <a:pt x="402" y="141"/>
                    <a:pt x="410" y="226"/>
                  </a:cubicBezTo>
                  <a:cubicBezTo>
                    <a:pt x="410" y="226"/>
                    <a:pt x="412" y="250"/>
                    <a:pt x="406" y="282"/>
                  </a:cubicBezTo>
                  <a:cubicBezTo>
                    <a:pt x="388" y="356"/>
                    <a:pt x="322" y="410"/>
                    <a:pt x="243" y="410"/>
                  </a:cubicBezTo>
                  <a:cubicBezTo>
                    <a:pt x="150" y="410"/>
                    <a:pt x="75" y="335"/>
                    <a:pt x="75" y="243"/>
                  </a:cubicBezTo>
                </a:path>
              </a:pathLst>
            </a:custGeom>
            <a:solidFill>
              <a:srgbClr val="0070C0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6" name="Freeform 9"/>
            <p:cNvSpPr>
              <a:spLocks noEditPoints="1"/>
            </p:cNvSpPr>
            <p:nvPr/>
          </p:nvSpPr>
          <p:spPr bwMode="auto">
            <a:xfrm>
              <a:off x="3489327" y="1268413"/>
              <a:ext cx="996950" cy="3006725"/>
            </a:xfrm>
            <a:custGeom>
              <a:avLst/>
              <a:gdLst>
                <a:gd name="T0" fmla="*/ 0 w 491"/>
                <a:gd name="T1" fmla="*/ 243 h 1482"/>
                <a:gd name="T2" fmla="*/ 243 w 491"/>
                <a:gd name="T3" fmla="*/ 485 h 1482"/>
                <a:gd name="T4" fmla="*/ 406 w 491"/>
                <a:gd name="T5" fmla="*/ 422 h 1482"/>
                <a:gd name="T6" fmla="*/ 406 w 491"/>
                <a:gd name="T7" fmla="*/ 1440 h 1482"/>
                <a:gd name="T8" fmla="*/ 448 w 491"/>
                <a:gd name="T9" fmla="*/ 1482 h 1482"/>
                <a:gd name="T10" fmla="*/ 491 w 491"/>
                <a:gd name="T11" fmla="*/ 1440 h 1482"/>
                <a:gd name="T12" fmla="*/ 491 w 491"/>
                <a:gd name="T13" fmla="*/ 299 h 1482"/>
                <a:gd name="T14" fmla="*/ 491 w 491"/>
                <a:gd name="T15" fmla="*/ 289 h 1482"/>
                <a:gd name="T16" fmla="*/ 485 w 491"/>
                <a:gd name="T17" fmla="*/ 226 h 1482"/>
                <a:gd name="T18" fmla="*/ 243 w 491"/>
                <a:gd name="T19" fmla="*/ 0 h 1482"/>
                <a:gd name="T20" fmla="*/ 0 w 491"/>
                <a:gd name="T21" fmla="*/ 243 h 1482"/>
                <a:gd name="T22" fmla="*/ 75 w 491"/>
                <a:gd name="T23" fmla="*/ 243 h 1482"/>
                <a:gd name="T24" fmla="*/ 243 w 491"/>
                <a:gd name="T25" fmla="*/ 75 h 1482"/>
                <a:gd name="T26" fmla="*/ 410 w 491"/>
                <a:gd name="T27" fmla="*/ 226 h 1482"/>
                <a:gd name="T28" fmla="*/ 406 w 491"/>
                <a:gd name="T29" fmla="*/ 283 h 1482"/>
                <a:gd name="T30" fmla="*/ 243 w 491"/>
                <a:gd name="T31" fmla="*/ 410 h 1482"/>
                <a:gd name="T32" fmla="*/ 75 w 491"/>
                <a:gd name="T33" fmla="*/ 243 h 1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1" h="1482">
                  <a:moveTo>
                    <a:pt x="0" y="243"/>
                  </a:moveTo>
                  <a:cubicBezTo>
                    <a:pt x="0" y="377"/>
                    <a:pt x="109" y="485"/>
                    <a:pt x="243" y="485"/>
                  </a:cubicBezTo>
                  <a:cubicBezTo>
                    <a:pt x="306" y="485"/>
                    <a:pt x="363" y="461"/>
                    <a:pt x="406" y="422"/>
                  </a:cubicBezTo>
                  <a:cubicBezTo>
                    <a:pt x="406" y="616"/>
                    <a:pt x="406" y="1419"/>
                    <a:pt x="406" y="1440"/>
                  </a:cubicBezTo>
                  <a:cubicBezTo>
                    <a:pt x="406" y="1463"/>
                    <a:pt x="425" y="1482"/>
                    <a:pt x="448" y="1482"/>
                  </a:cubicBezTo>
                  <a:cubicBezTo>
                    <a:pt x="472" y="1482"/>
                    <a:pt x="491" y="1463"/>
                    <a:pt x="491" y="1440"/>
                  </a:cubicBezTo>
                  <a:cubicBezTo>
                    <a:pt x="491" y="1414"/>
                    <a:pt x="491" y="533"/>
                    <a:pt x="491" y="299"/>
                  </a:cubicBezTo>
                  <a:cubicBezTo>
                    <a:pt x="491" y="295"/>
                    <a:pt x="491" y="292"/>
                    <a:pt x="491" y="289"/>
                  </a:cubicBezTo>
                  <a:cubicBezTo>
                    <a:pt x="490" y="266"/>
                    <a:pt x="485" y="226"/>
                    <a:pt x="485" y="226"/>
                  </a:cubicBezTo>
                  <a:cubicBezTo>
                    <a:pt x="476" y="100"/>
                    <a:pt x="371" y="0"/>
                    <a:pt x="243" y="0"/>
                  </a:cubicBezTo>
                  <a:cubicBezTo>
                    <a:pt x="109" y="0"/>
                    <a:pt x="0" y="109"/>
                    <a:pt x="0" y="243"/>
                  </a:cubicBezTo>
                  <a:moveTo>
                    <a:pt x="75" y="243"/>
                  </a:moveTo>
                  <a:cubicBezTo>
                    <a:pt x="75" y="150"/>
                    <a:pt x="150" y="75"/>
                    <a:pt x="243" y="75"/>
                  </a:cubicBezTo>
                  <a:cubicBezTo>
                    <a:pt x="330" y="75"/>
                    <a:pt x="402" y="141"/>
                    <a:pt x="410" y="226"/>
                  </a:cubicBezTo>
                  <a:cubicBezTo>
                    <a:pt x="410" y="226"/>
                    <a:pt x="412" y="250"/>
                    <a:pt x="406" y="283"/>
                  </a:cubicBezTo>
                  <a:cubicBezTo>
                    <a:pt x="388" y="356"/>
                    <a:pt x="322" y="410"/>
                    <a:pt x="243" y="410"/>
                  </a:cubicBezTo>
                  <a:cubicBezTo>
                    <a:pt x="150" y="410"/>
                    <a:pt x="75" y="335"/>
                    <a:pt x="75" y="243"/>
                  </a:cubicBezTo>
                </a:path>
              </a:pathLst>
            </a:custGeom>
            <a:solidFill>
              <a:srgbClr val="00B0F0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7" name="Freeform 10"/>
            <p:cNvSpPr>
              <a:spLocks noEditPoints="1"/>
            </p:cNvSpPr>
            <p:nvPr/>
          </p:nvSpPr>
          <p:spPr bwMode="auto">
            <a:xfrm>
              <a:off x="3489327" y="1265238"/>
              <a:ext cx="996950" cy="1784350"/>
            </a:xfrm>
            <a:custGeom>
              <a:avLst/>
              <a:gdLst>
                <a:gd name="T0" fmla="*/ 406 w 491"/>
                <a:gd name="T1" fmla="*/ 486 h 879"/>
                <a:gd name="T2" fmla="*/ 406 w 491"/>
                <a:gd name="T3" fmla="*/ 879 h 879"/>
                <a:gd name="T4" fmla="*/ 406 w 491"/>
                <a:gd name="T5" fmla="*/ 879 h 879"/>
                <a:gd name="T6" fmla="*/ 406 w 491"/>
                <a:gd name="T7" fmla="*/ 486 h 879"/>
                <a:gd name="T8" fmla="*/ 406 w 491"/>
                <a:gd name="T9" fmla="*/ 486 h 879"/>
                <a:gd name="T10" fmla="*/ 406 w 491"/>
                <a:gd name="T11" fmla="*/ 486 h 879"/>
                <a:gd name="T12" fmla="*/ 406 w 491"/>
                <a:gd name="T13" fmla="*/ 486 h 879"/>
                <a:gd name="T14" fmla="*/ 410 w 491"/>
                <a:gd name="T15" fmla="*/ 228 h 879"/>
                <a:gd name="T16" fmla="*/ 406 w 491"/>
                <a:gd name="T17" fmla="*/ 283 h 879"/>
                <a:gd name="T18" fmla="*/ 243 w 491"/>
                <a:gd name="T19" fmla="*/ 410 h 879"/>
                <a:gd name="T20" fmla="*/ 75 w 491"/>
                <a:gd name="T21" fmla="*/ 243 h 879"/>
                <a:gd name="T22" fmla="*/ 75 w 491"/>
                <a:gd name="T23" fmla="*/ 244 h 879"/>
                <a:gd name="T24" fmla="*/ 243 w 491"/>
                <a:gd name="T25" fmla="*/ 411 h 879"/>
                <a:gd name="T26" fmla="*/ 406 w 491"/>
                <a:gd name="T27" fmla="*/ 284 h 879"/>
                <a:gd name="T28" fmla="*/ 410 w 491"/>
                <a:gd name="T29" fmla="*/ 228 h 879"/>
                <a:gd name="T30" fmla="*/ 243 w 491"/>
                <a:gd name="T31" fmla="*/ 0 h 879"/>
                <a:gd name="T32" fmla="*/ 0 w 491"/>
                <a:gd name="T33" fmla="*/ 243 h 879"/>
                <a:gd name="T34" fmla="*/ 0 w 491"/>
                <a:gd name="T35" fmla="*/ 243 h 879"/>
                <a:gd name="T36" fmla="*/ 243 w 491"/>
                <a:gd name="T37" fmla="*/ 1 h 879"/>
                <a:gd name="T38" fmla="*/ 485 w 491"/>
                <a:gd name="T39" fmla="*/ 227 h 879"/>
                <a:gd name="T40" fmla="*/ 491 w 491"/>
                <a:gd name="T41" fmla="*/ 290 h 879"/>
                <a:gd name="T42" fmla="*/ 491 w 491"/>
                <a:gd name="T43" fmla="*/ 300 h 879"/>
                <a:gd name="T44" fmla="*/ 491 w 491"/>
                <a:gd name="T45" fmla="*/ 299 h 879"/>
                <a:gd name="T46" fmla="*/ 491 w 491"/>
                <a:gd name="T47" fmla="*/ 289 h 879"/>
                <a:gd name="T48" fmla="*/ 486 w 491"/>
                <a:gd name="T49" fmla="*/ 227 h 879"/>
                <a:gd name="T50" fmla="*/ 485 w 491"/>
                <a:gd name="T51" fmla="*/ 227 h 879"/>
                <a:gd name="T52" fmla="*/ 243 w 491"/>
                <a:gd name="T53" fmla="*/ 0 h 8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91" h="879">
                  <a:moveTo>
                    <a:pt x="406" y="486"/>
                  </a:moveTo>
                  <a:cubicBezTo>
                    <a:pt x="406" y="581"/>
                    <a:pt x="406" y="728"/>
                    <a:pt x="406" y="879"/>
                  </a:cubicBezTo>
                  <a:cubicBezTo>
                    <a:pt x="406" y="879"/>
                    <a:pt x="406" y="879"/>
                    <a:pt x="406" y="879"/>
                  </a:cubicBezTo>
                  <a:cubicBezTo>
                    <a:pt x="406" y="728"/>
                    <a:pt x="406" y="581"/>
                    <a:pt x="406" y="486"/>
                  </a:cubicBezTo>
                  <a:moveTo>
                    <a:pt x="406" y="486"/>
                  </a:moveTo>
                  <a:cubicBezTo>
                    <a:pt x="406" y="486"/>
                    <a:pt x="406" y="486"/>
                    <a:pt x="406" y="486"/>
                  </a:cubicBezTo>
                  <a:cubicBezTo>
                    <a:pt x="406" y="486"/>
                    <a:pt x="406" y="486"/>
                    <a:pt x="406" y="486"/>
                  </a:cubicBezTo>
                  <a:moveTo>
                    <a:pt x="410" y="228"/>
                  </a:moveTo>
                  <a:cubicBezTo>
                    <a:pt x="410" y="234"/>
                    <a:pt x="410" y="261"/>
                    <a:pt x="406" y="283"/>
                  </a:cubicBezTo>
                  <a:cubicBezTo>
                    <a:pt x="388" y="356"/>
                    <a:pt x="322" y="410"/>
                    <a:pt x="243" y="410"/>
                  </a:cubicBezTo>
                  <a:cubicBezTo>
                    <a:pt x="150" y="410"/>
                    <a:pt x="75" y="336"/>
                    <a:pt x="75" y="243"/>
                  </a:cubicBezTo>
                  <a:cubicBezTo>
                    <a:pt x="75" y="243"/>
                    <a:pt x="75" y="244"/>
                    <a:pt x="75" y="244"/>
                  </a:cubicBezTo>
                  <a:cubicBezTo>
                    <a:pt x="75" y="336"/>
                    <a:pt x="150" y="411"/>
                    <a:pt x="243" y="411"/>
                  </a:cubicBezTo>
                  <a:cubicBezTo>
                    <a:pt x="322" y="411"/>
                    <a:pt x="388" y="357"/>
                    <a:pt x="406" y="284"/>
                  </a:cubicBezTo>
                  <a:cubicBezTo>
                    <a:pt x="412" y="254"/>
                    <a:pt x="410" y="231"/>
                    <a:pt x="410" y="228"/>
                  </a:cubicBezTo>
                  <a:moveTo>
                    <a:pt x="243" y="0"/>
                  </a:moveTo>
                  <a:cubicBezTo>
                    <a:pt x="109" y="0"/>
                    <a:pt x="0" y="109"/>
                    <a:pt x="0" y="243"/>
                  </a:cubicBezTo>
                  <a:cubicBezTo>
                    <a:pt x="0" y="243"/>
                    <a:pt x="0" y="243"/>
                    <a:pt x="0" y="243"/>
                  </a:cubicBezTo>
                  <a:cubicBezTo>
                    <a:pt x="1" y="109"/>
                    <a:pt x="109" y="1"/>
                    <a:pt x="243" y="1"/>
                  </a:cubicBezTo>
                  <a:cubicBezTo>
                    <a:pt x="371" y="1"/>
                    <a:pt x="476" y="101"/>
                    <a:pt x="485" y="227"/>
                  </a:cubicBezTo>
                  <a:cubicBezTo>
                    <a:pt x="485" y="227"/>
                    <a:pt x="490" y="267"/>
                    <a:pt x="491" y="290"/>
                  </a:cubicBezTo>
                  <a:cubicBezTo>
                    <a:pt x="491" y="293"/>
                    <a:pt x="491" y="296"/>
                    <a:pt x="491" y="300"/>
                  </a:cubicBezTo>
                  <a:cubicBezTo>
                    <a:pt x="491" y="299"/>
                    <a:pt x="491" y="299"/>
                    <a:pt x="491" y="299"/>
                  </a:cubicBezTo>
                  <a:cubicBezTo>
                    <a:pt x="491" y="295"/>
                    <a:pt x="491" y="292"/>
                    <a:pt x="491" y="289"/>
                  </a:cubicBezTo>
                  <a:cubicBezTo>
                    <a:pt x="490" y="267"/>
                    <a:pt x="489" y="246"/>
                    <a:pt x="486" y="227"/>
                  </a:cubicBezTo>
                  <a:cubicBezTo>
                    <a:pt x="485" y="227"/>
                    <a:pt x="485" y="227"/>
                    <a:pt x="485" y="227"/>
                  </a:cubicBezTo>
                  <a:cubicBezTo>
                    <a:pt x="476" y="100"/>
                    <a:pt x="371" y="0"/>
                    <a:pt x="243" y="0"/>
                  </a:cubicBezTo>
                </a:path>
              </a:pathLst>
            </a:custGeom>
            <a:solidFill>
              <a:srgbClr val="727280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8" name="Freeform 11"/>
            <p:cNvSpPr/>
            <p:nvPr/>
          </p:nvSpPr>
          <p:spPr bwMode="auto">
            <a:xfrm>
              <a:off x="4313239" y="3049588"/>
              <a:ext cx="0" cy="1139825"/>
            </a:xfrm>
            <a:custGeom>
              <a:avLst/>
              <a:gdLst>
                <a:gd name="T0" fmla="*/ 0 h 562"/>
                <a:gd name="T1" fmla="*/ 561 h 562"/>
                <a:gd name="T2" fmla="*/ 562 h 562"/>
                <a:gd name="T3" fmla="*/ 0 h 562"/>
                <a:gd name="T4" fmla="*/ 0 h 56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562">
                  <a:moveTo>
                    <a:pt x="0" y="0"/>
                  </a:moveTo>
                  <a:cubicBezTo>
                    <a:pt x="0" y="269"/>
                    <a:pt x="0" y="549"/>
                    <a:pt x="0" y="561"/>
                  </a:cubicBezTo>
                  <a:cubicBezTo>
                    <a:pt x="0" y="561"/>
                    <a:pt x="0" y="562"/>
                    <a:pt x="0" y="562"/>
                  </a:cubicBezTo>
                  <a:cubicBezTo>
                    <a:pt x="0" y="550"/>
                    <a:pt x="0" y="26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B6B6D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9" name="Freeform 12"/>
            <p:cNvSpPr>
              <a:spLocks noEditPoints="1"/>
            </p:cNvSpPr>
            <p:nvPr/>
          </p:nvSpPr>
          <p:spPr bwMode="auto">
            <a:xfrm>
              <a:off x="4313239" y="4187825"/>
              <a:ext cx="173038" cy="17463"/>
            </a:xfrm>
            <a:custGeom>
              <a:avLst/>
              <a:gdLst>
                <a:gd name="T0" fmla="*/ 0 w 85"/>
                <a:gd name="T1" fmla="*/ 5 h 9"/>
                <a:gd name="T2" fmla="*/ 0 w 85"/>
                <a:gd name="T3" fmla="*/ 6 h 9"/>
                <a:gd name="T4" fmla="*/ 0 w 85"/>
                <a:gd name="T5" fmla="*/ 9 h 9"/>
                <a:gd name="T6" fmla="*/ 0 w 85"/>
                <a:gd name="T7" fmla="*/ 9 h 9"/>
                <a:gd name="T8" fmla="*/ 0 w 85"/>
                <a:gd name="T9" fmla="*/ 5 h 9"/>
                <a:gd name="T10" fmla="*/ 85 w 85"/>
                <a:gd name="T11" fmla="*/ 0 h 9"/>
                <a:gd name="T12" fmla="*/ 85 w 85"/>
                <a:gd name="T13" fmla="*/ 1 h 9"/>
                <a:gd name="T14" fmla="*/ 84 w 85"/>
                <a:gd name="T15" fmla="*/ 9 h 9"/>
                <a:gd name="T16" fmla="*/ 84 w 85"/>
                <a:gd name="T17" fmla="*/ 9 h 9"/>
                <a:gd name="T18" fmla="*/ 85 w 85"/>
                <a:gd name="T19" fmla="*/ 2 h 9"/>
                <a:gd name="T20" fmla="*/ 85 w 85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5" h="9">
                  <a:moveTo>
                    <a:pt x="0" y="5"/>
                  </a:moveTo>
                  <a:cubicBezTo>
                    <a:pt x="0" y="5"/>
                    <a:pt x="0" y="6"/>
                    <a:pt x="0" y="6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8"/>
                    <a:pt x="0" y="7"/>
                    <a:pt x="0" y="5"/>
                  </a:cubicBezTo>
                  <a:moveTo>
                    <a:pt x="85" y="0"/>
                  </a:moveTo>
                  <a:cubicBezTo>
                    <a:pt x="85" y="0"/>
                    <a:pt x="85" y="1"/>
                    <a:pt x="85" y="1"/>
                  </a:cubicBezTo>
                  <a:cubicBezTo>
                    <a:pt x="85" y="3"/>
                    <a:pt x="85" y="6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5" y="6"/>
                    <a:pt x="85" y="4"/>
                    <a:pt x="85" y="2"/>
                  </a:cubicBezTo>
                  <a:cubicBezTo>
                    <a:pt x="85" y="2"/>
                    <a:pt x="85" y="1"/>
                    <a:pt x="85" y="0"/>
                  </a:cubicBezTo>
                </a:path>
              </a:pathLst>
            </a:custGeom>
            <a:solidFill>
              <a:srgbClr val="727280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0" name="Freeform 15"/>
            <p:cNvSpPr/>
            <p:nvPr/>
          </p:nvSpPr>
          <p:spPr bwMode="auto">
            <a:xfrm>
              <a:off x="4313239" y="4189413"/>
              <a:ext cx="0" cy="11113"/>
            </a:xfrm>
            <a:custGeom>
              <a:avLst/>
              <a:gdLst>
                <a:gd name="T0" fmla="*/ 0 h 5"/>
                <a:gd name="T1" fmla="*/ 1 h 5"/>
                <a:gd name="T2" fmla="*/ 5 h 5"/>
                <a:gd name="T3" fmla="*/ 4 h 5"/>
                <a:gd name="T4" fmla="*/ 0 h 5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5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0" y="3"/>
                    <a:pt x="0" y="1"/>
                    <a:pt x="0" y="0"/>
                  </a:cubicBezTo>
                </a:path>
              </a:pathLst>
            </a:custGeom>
            <a:solidFill>
              <a:srgbClr val="B6B6D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1" name="Freeform 17"/>
            <p:cNvSpPr>
              <a:spLocks noEditPoints="1"/>
            </p:cNvSpPr>
            <p:nvPr/>
          </p:nvSpPr>
          <p:spPr bwMode="auto">
            <a:xfrm>
              <a:off x="3663952" y="0"/>
              <a:ext cx="996950" cy="4287838"/>
            </a:xfrm>
            <a:custGeom>
              <a:avLst/>
              <a:gdLst>
                <a:gd name="T0" fmla="*/ 0 w 491"/>
                <a:gd name="T1" fmla="*/ 242 h 2113"/>
                <a:gd name="T2" fmla="*/ 243 w 491"/>
                <a:gd name="T3" fmla="*/ 485 h 2113"/>
                <a:gd name="T4" fmla="*/ 406 w 491"/>
                <a:gd name="T5" fmla="*/ 422 h 2113"/>
                <a:gd name="T6" fmla="*/ 405 w 491"/>
                <a:gd name="T7" fmla="*/ 2071 h 2113"/>
                <a:gd name="T8" fmla="*/ 448 w 491"/>
                <a:gd name="T9" fmla="*/ 2113 h 2113"/>
                <a:gd name="T10" fmla="*/ 491 w 491"/>
                <a:gd name="T11" fmla="*/ 2071 h 2113"/>
                <a:gd name="T12" fmla="*/ 491 w 491"/>
                <a:gd name="T13" fmla="*/ 298 h 2113"/>
                <a:gd name="T14" fmla="*/ 491 w 491"/>
                <a:gd name="T15" fmla="*/ 288 h 2113"/>
                <a:gd name="T16" fmla="*/ 484 w 491"/>
                <a:gd name="T17" fmla="*/ 226 h 2113"/>
                <a:gd name="T18" fmla="*/ 243 w 491"/>
                <a:gd name="T19" fmla="*/ 0 h 2113"/>
                <a:gd name="T20" fmla="*/ 0 w 491"/>
                <a:gd name="T21" fmla="*/ 242 h 2113"/>
                <a:gd name="T22" fmla="*/ 75 w 491"/>
                <a:gd name="T23" fmla="*/ 242 h 2113"/>
                <a:gd name="T24" fmla="*/ 243 w 491"/>
                <a:gd name="T25" fmla="*/ 75 h 2113"/>
                <a:gd name="T26" fmla="*/ 410 w 491"/>
                <a:gd name="T27" fmla="*/ 226 h 2113"/>
                <a:gd name="T28" fmla="*/ 406 w 491"/>
                <a:gd name="T29" fmla="*/ 282 h 2113"/>
                <a:gd name="T30" fmla="*/ 243 w 491"/>
                <a:gd name="T31" fmla="*/ 410 h 2113"/>
                <a:gd name="T32" fmla="*/ 75 w 491"/>
                <a:gd name="T33" fmla="*/ 242 h 2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1" h="2113">
                  <a:moveTo>
                    <a:pt x="0" y="242"/>
                  </a:moveTo>
                  <a:cubicBezTo>
                    <a:pt x="0" y="376"/>
                    <a:pt x="109" y="485"/>
                    <a:pt x="243" y="485"/>
                  </a:cubicBezTo>
                  <a:cubicBezTo>
                    <a:pt x="305" y="485"/>
                    <a:pt x="363" y="461"/>
                    <a:pt x="406" y="422"/>
                  </a:cubicBezTo>
                  <a:cubicBezTo>
                    <a:pt x="406" y="616"/>
                    <a:pt x="405" y="2050"/>
                    <a:pt x="405" y="2071"/>
                  </a:cubicBezTo>
                  <a:cubicBezTo>
                    <a:pt x="406" y="2094"/>
                    <a:pt x="425" y="2113"/>
                    <a:pt x="448" y="2113"/>
                  </a:cubicBezTo>
                  <a:cubicBezTo>
                    <a:pt x="471" y="2113"/>
                    <a:pt x="490" y="2094"/>
                    <a:pt x="491" y="2071"/>
                  </a:cubicBezTo>
                  <a:cubicBezTo>
                    <a:pt x="491" y="2045"/>
                    <a:pt x="491" y="533"/>
                    <a:pt x="491" y="298"/>
                  </a:cubicBezTo>
                  <a:cubicBezTo>
                    <a:pt x="491" y="295"/>
                    <a:pt x="491" y="292"/>
                    <a:pt x="491" y="288"/>
                  </a:cubicBezTo>
                  <a:cubicBezTo>
                    <a:pt x="490" y="266"/>
                    <a:pt x="484" y="226"/>
                    <a:pt x="484" y="226"/>
                  </a:cubicBezTo>
                  <a:cubicBezTo>
                    <a:pt x="476" y="100"/>
                    <a:pt x="371" y="0"/>
                    <a:pt x="243" y="0"/>
                  </a:cubicBezTo>
                  <a:cubicBezTo>
                    <a:pt x="109" y="0"/>
                    <a:pt x="0" y="108"/>
                    <a:pt x="0" y="242"/>
                  </a:cubicBezTo>
                  <a:close/>
                  <a:moveTo>
                    <a:pt x="75" y="242"/>
                  </a:moveTo>
                  <a:cubicBezTo>
                    <a:pt x="75" y="150"/>
                    <a:pt x="150" y="75"/>
                    <a:pt x="243" y="75"/>
                  </a:cubicBezTo>
                  <a:cubicBezTo>
                    <a:pt x="330" y="75"/>
                    <a:pt x="401" y="141"/>
                    <a:pt x="410" y="226"/>
                  </a:cubicBezTo>
                  <a:cubicBezTo>
                    <a:pt x="410" y="226"/>
                    <a:pt x="412" y="250"/>
                    <a:pt x="406" y="282"/>
                  </a:cubicBezTo>
                  <a:cubicBezTo>
                    <a:pt x="388" y="356"/>
                    <a:pt x="321" y="410"/>
                    <a:pt x="243" y="410"/>
                  </a:cubicBezTo>
                  <a:cubicBezTo>
                    <a:pt x="150" y="410"/>
                    <a:pt x="75" y="335"/>
                    <a:pt x="75" y="242"/>
                  </a:cubicBez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12" name="Group 17"/>
          <p:cNvGrpSpPr/>
          <p:nvPr/>
        </p:nvGrpSpPr>
        <p:grpSpPr>
          <a:xfrm>
            <a:off x="1096831" y="1935117"/>
            <a:ext cx="264877" cy="263683"/>
            <a:chOff x="1839913" y="1474788"/>
            <a:chExt cx="358775" cy="358775"/>
          </a:xfrm>
          <a:solidFill>
            <a:srgbClr val="0070C0"/>
          </a:solidFill>
        </p:grpSpPr>
        <p:sp>
          <p:nvSpPr>
            <p:cNvPr id="13" name="Freeform 12"/>
            <p:cNvSpPr/>
            <p:nvPr/>
          </p:nvSpPr>
          <p:spPr bwMode="auto">
            <a:xfrm>
              <a:off x="1930400" y="1565276"/>
              <a:ext cx="138112" cy="136525"/>
            </a:xfrm>
            <a:custGeom>
              <a:avLst/>
              <a:gdLst>
                <a:gd name="T0" fmla="*/ 58 w 87"/>
                <a:gd name="T1" fmla="*/ 0 h 86"/>
                <a:gd name="T2" fmla="*/ 29 w 87"/>
                <a:gd name="T3" fmla="*/ 0 h 86"/>
                <a:gd name="T4" fmla="*/ 29 w 87"/>
                <a:gd name="T5" fmla="*/ 29 h 86"/>
                <a:gd name="T6" fmla="*/ 0 w 87"/>
                <a:gd name="T7" fmla="*/ 29 h 86"/>
                <a:gd name="T8" fmla="*/ 0 w 87"/>
                <a:gd name="T9" fmla="*/ 58 h 86"/>
                <a:gd name="T10" fmla="*/ 29 w 87"/>
                <a:gd name="T11" fmla="*/ 58 h 86"/>
                <a:gd name="T12" fmla="*/ 29 w 87"/>
                <a:gd name="T13" fmla="*/ 86 h 86"/>
                <a:gd name="T14" fmla="*/ 58 w 87"/>
                <a:gd name="T15" fmla="*/ 86 h 86"/>
                <a:gd name="T16" fmla="*/ 58 w 87"/>
                <a:gd name="T17" fmla="*/ 58 h 86"/>
                <a:gd name="T18" fmla="*/ 87 w 87"/>
                <a:gd name="T19" fmla="*/ 58 h 86"/>
                <a:gd name="T20" fmla="*/ 87 w 87"/>
                <a:gd name="T21" fmla="*/ 29 h 86"/>
                <a:gd name="T22" fmla="*/ 58 w 87"/>
                <a:gd name="T23" fmla="*/ 29 h 86"/>
                <a:gd name="T24" fmla="*/ 58 w 87"/>
                <a:gd name="T25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86">
                  <a:moveTo>
                    <a:pt x="58" y="0"/>
                  </a:moveTo>
                  <a:lnTo>
                    <a:pt x="29" y="0"/>
                  </a:lnTo>
                  <a:lnTo>
                    <a:pt x="29" y="29"/>
                  </a:lnTo>
                  <a:lnTo>
                    <a:pt x="0" y="29"/>
                  </a:lnTo>
                  <a:lnTo>
                    <a:pt x="0" y="58"/>
                  </a:lnTo>
                  <a:lnTo>
                    <a:pt x="29" y="58"/>
                  </a:lnTo>
                  <a:lnTo>
                    <a:pt x="29" y="86"/>
                  </a:lnTo>
                  <a:lnTo>
                    <a:pt x="58" y="86"/>
                  </a:lnTo>
                  <a:lnTo>
                    <a:pt x="58" y="58"/>
                  </a:lnTo>
                  <a:lnTo>
                    <a:pt x="87" y="58"/>
                  </a:lnTo>
                  <a:lnTo>
                    <a:pt x="87" y="29"/>
                  </a:lnTo>
                  <a:lnTo>
                    <a:pt x="58" y="29"/>
                  </a:lnTo>
                  <a:lnTo>
                    <a:pt x="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/>
          </p:nvSpPr>
          <p:spPr bwMode="auto">
            <a:xfrm>
              <a:off x="1839913" y="1474788"/>
              <a:ext cx="358775" cy="358775"/>
            </a:xfrm>
            <a:custGeom>
              <a:avLst/>
              <a:gdLst>
                <a:gd name="T0" fmla="*/ 62 w 63"/>
                <a:gd name="T1" fmla="*/ 54 h 63"/>
                <a:gd name="T2" fmla="*/ 51 w 63"/>
                <a:gd name="T3" fmla="*/ 43 h 63"/>
                <a:gd name="T4" fmla="*/ 56 w 63"/>
                <a:gd name="T5" fmla="*/ 28 h 63"/>
                <a:gd name="T6" fmla="*/ 28 w 63"/>
                <a:gd name="T7" fmla="*/ 0 h 63"/>
                <a:gd name="T8" fmla="*/ 0 w 63"/>
                <a:gd name="T9" fmla="*/ 28 h 63"/>
                <a:gd name="T10" fmla="*/ 28 w 63"/>
                <a:gd name="T11" fmla="*/ 56 h 63"/>
                <a:gd name="T12" fmla="*/ 43 w 63"/>
                <a:gd name="T13" fmla="*/ 52 h 63"/>
                <a:gd name="T14" fmla="*/ 54 w 63"/>
                <a:gd name="T15" fmla="*/ 63 h 63"/>
                <a:gd name="T16" fmla="*/ 57 w 63"/>
                <a:gd name="T17" fmla="*/ 63 h 63"/>
                <a:gd name="T18" fmla="*/ 62 w 63"/>
                <a:gd name="T19" fmla="*/ 57 h 63"/>
                <a:gd name="T20" fmla="*/ 62 w 63"/>
                <a:gd name="T21" fmla="*/ 54 h 63"/>
                <a:gd name="T22" fmla="*/ 28 w 63"/>
                <a:gd name="T23" fmla="*/ 48 h 63"/>
                <a:gd name="T24" fmla="*/ 8 w 63"/>
                <a:gd name="T25" fmla="*/ 28 h 63"/>
                <a:gd name="T26" fmla="*/ 28 w 63"/>
                <a:gd name="T27" fmla="*/ 8 h 63"/>
                <a:gd name="T28" fmla="*/ 48 w 63"/>
                <a:gd name="T29" fmla="*/ 28 h 63"/>
                <a:gd name="T30" fmla="*/ 28 w 63"/>
                <a:gd name="T31" fmla="*/ 48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" h="63">
                  <a:moveTo>
                    <a:pt x="62" y="54"/>
                  </a:moveTo>
                  <a:cubicBezTo>
                    <a:pt x="51" y="43"/>
                    <a:pt x="51" y="43"/>
                    <a:pt x="51" y="43"/>
                  </a:cubicBezTo>
                  <a:cubicBezTo>
                    <a:pt x="54" y="39"/>
                    <a:pt x="56" y="34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ubicBezTo>
                    <a:pt x="12" y="0"/>
                    <a:pt x="0" y="13"/>
                    <a:pt x="0" y="28"/>
                  </a:cubicBezTo>
                  <a:cubicBezTo>
                    <a:pt x="0" y="43"/>
                    <a:pt x="12" y="56"/>
                    <a:pt x="28" y="56"/>
                  </a:cubicBezTo>
                  <a:cubicBezTo>
                    <a:pt x="33" y="56"/>
                    <a:pt x="39" y="54"/>
                    <a:pt x="43" y="52"/>
                  </a:cubicBezTo>
                  <a:cubicBezTo>
                    <a:pt x="54" y="63"/>
                    <a:pt x="54" y="63"/>
                    <a:pt x="54" y="63"/>
                  </a:cubicBezTo>
                  <a:cubicBezTo>
                    <a:pt x="55" y="63"/>
                    <a:pt x="56" y="63"/>
                    <a:pt x="57" y="63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3" y="56"/>
                    <a:pt x="63" y="55"/>
                    <a:pt x="62" y="54"/>
                  </a:cubicBezTo>
                  <a:close/>
                  <a:moveTo>
                    <a:pt x="28" y="48"/>
                  </a:move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15" name="Group 20"/>
          <p:cNvGrpSpPr/>
          <p:nvPr/>
        </p:nvGrpSpPr>
        <p:grpSpPr>
          <a:xfrm>
            <a:off x="2218404" y="2053346"/>
            <a:ext cx="366875" cy="365221"/>
            <a:chOff x="3275013" y="2108200"/>
            <a:chExt cx="376238" cy="376238"/>
          </a:xfrm>
          <a:solidFill>
            <a:srgbClr val="00B0F0"/>
          </a:solidFill>
        </p:grpSpPr>
        <p:sp>
          <p:nvSpPr>
            <p:cNvPr id="16" name="Freeform 58"/>
            <p:cNvSpPr/>
            <p:nvPr/>
          </p:nvSpPr>
          <p:spPr bwMode="auto">
            <a:xfrm>
              <a:off x="3333750" y="2149475"/>
              <a:ext cx="41275" cy="41275"/>
            </a:xfrm>
            <a:custGeom>
              <a:avLst/>
              <a:gdLst>
                <a:gd name="T0" fmla="*/ 6 w 7"/>
                <a:gd name="T1" fmla="*/ 4 h 7"/>
                <a:gd name="T2" fmla="*/ 4 w 7"/>
                <a:gd name="T3" fmla="*/ 1 h 7"/>
                <a:gd name="T4" fmla="*/ 1 w 7"/>
                <a:gd name="T5" fmla="*/ 1 h 7"/>
                <a:gd name="T6" fmla="*/ 1 w 7"/>
                <a:gd name="T7" fmla="*/ 4 h 7"/>
                <a:gd name="T8" fmla="*/ 4 w 7"/>
                <a:gd name="T9" fmla="*/ 7 h 7"/>
                <a:gd name="T10" fmla="*/ 6 w 7"/>
                <a:gd name="T11" fmla="*/ 7 h 7"/>
                <a:gd name="T12" fmla="*/ 6 w 7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7">
                  <a:moveTo>
                    <a:pt x="6" y="4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6" y="7"/>
                    <a:pt x="6" y="7"/>
                  </a:cubicBezTo>
                  <a:cubicBezTo>
                    <a:pt x="7" y="6"/>
                    <a:pt x="7" y="5"/>
                    <a:pt x="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7" name="Freeform 59"/>
            <p:cNvSpPr/>
            <p:nvPr/>
          </p:nvSpPr>
          <p:spPr bwMode="auto">
            <a:xfrm>
              <a:off x="3275013" y="2273300"/>
              <a:ext cx="47625" cy="22225"/>
            </a:xfrm>
            <a:custGeom>
              <a:avLst/>
              <a:gdLst>
                <a:gd name="T0" fmla="*/ 6 w 8"/>
                <a:gd name="T1" fmla="*/ 0 h 4"/>
                <a:gd name="T2" fmla="*/ 2 w 8"/>
                <a:gd name="T3" fmla="*/ 0 h 4"/>
                <a:gd name="T4" fmla="*/ 0 w 8"/>
                <a:gd name="T5" fmla="*/ 2 h 4"/>
                <a:gd name="T6" fmla="*/ 2 w 8"/>
                <a:gd name="T7" fmla="*/ 4 h 4"/>
                <a:gd name="T8" fmla="*/ 6 w 8"/>
                <a:gd name="T9" fmla="*/ 4 h 4"/>
                <a:gd name="T10" fmla="*/ 8 w 8"/>
                <a:gd name="T11" fmla="*/ 2 h 4"/>
                <a:gd name="T12" fmla="*/ 6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8" y="3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8" name="Freeform 60"/>
            <p:cNvSpPr/>
            <p:nvPr/>
          </p:nvSpPr>
          <p:spPr bwMode="auto">
            <a:xfrm>
              <a:off x="3605213" y="2295525"/>
              <a:ext cx="46038" cy="23813"/>
            </a:xfrm>
            <a:custGeom>
              <a:avLst/>
              <a:gdLst>
                <a:gd name="T0" fmla="*/ 6 w 8"/>
                <a:gd name="T1" fmla="*/ 0 h 4"/>
                <a:gd name="T2" fmla="*/ 2 w 8"/>
                <a:gd name="T3" fmla="*/ 0 h 4"/>
                <a:gd name="T4" fmla="*/ 0 w 8"/>
                <a:gd name="T5" fmla="*/ 2 h 4"/>
                <a:gd name="T6" fmla="*/ 2 w 8"/>
                <a:gd name="T7" fmla="*/ 4 h 4"/>
                <a:gd name="T8" fmla="*/ 6 w 8"/>
                <a:gd name="T9" fmla="*/ 4 h 4"/>
                <a:gd name="T10" fmla="*/ 8 w 8"/>
                <a:gd name="T11" fmla="*/ 2 h 4"/>
                <a:gd name="T12" fmla="*/ 6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8" y="3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9" name="Freeform 61"/>
            <p:cNvSpPr/>
            <p:nvPr/>
          </p:nvSpPr>
          <p:spPr bwMode="auto">
            <a:xfrm>
              <a:off x="3568700" y="2166938"/>
              <a:ext cx="41275" cy="41275"/>
            </a:xfrm>
            <a:custGeom>
              <a:avLst/>
              <a:gdLst>
                <a:gd name="T0" fmla="*/ 6 w 7"/>
                <a:gd name="T1" fmla="*/ 1 h 7"/>
                <a:gd name="T2" fmla="*/ 3 w 7"/>
                <a:gd name="T3" fmla="*/ 1 h 7"/>
                <a:gd name="T4" fmla="*/ 0 w 7"/>
                <a:gd name="T5" fmla="*/ 4 h 7"/>
                <a:gd name="T6" fmla="*/ 0 w 7"/>
                <a:gd name="T7" fmla="*/ 6 h 7"/>
                <a:gd name="T8" fmla="*/ 3 w 7"/>
                <a:gd name="T9" fmla="*/ 6 h 7"/>
                <a:gd name="T10" fmla="*/ 6 w 7"/>
                <a:gd name="T11" fmla="*/ 4 h 7"/>
                <a:gd name="T12" fmla="*/ 6 w 7"/>
                <a:gd name="T13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7">
                  <a:moveTo>
                    <a:pt x="6" y="1"/>
                  </a:moveTo>
                  <a:cubicBezTo>
                    <a:pt x="5" y="0"/>
                    <a:pt x="4" y="0"/>
                    <a:pt x="3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6"/>
                    <a:pt x="0" y="6"/>
                  </a:cubicBezTo>
                  <a:cubicBezTo>
                    <a:pt x="1" y="7"/>
                    <a:pt x="2" y="7"/>
                    <a:pt x="3" y="6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3"/>
                    <a:pt x="7" y="2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0" name="Freeform 62"/>
            <p:cNvSpPr/>
            <p:nvPr/>
          </p:nvSpPr>
          <p:spPr bwMode="auto">
            <a:xfrm>
              <a:off x="3463925" y="2108200"/>
              <a:ext cx="23813" cy="47625"/>
            </a:xfrm>
            <a:custGeom>
              <a:avLst/>
              <a:gdLst>
                <a:gd name="T0" fmla="*/ 2 w 4"/>
                <a:gd name="T1" fmla="*/ 8 h 8"/>
                <a:gd name="T2" fmla="*/ 3 w 4"/>
                <a:gd name="T3" fmla="*/ 7 h 8"/>
                <a:gd name="T4" fmla="*/ 4 w 4"/>
                <a:gd name="T5" fmla="*/ 6 h 8"/>
                <a:gd name="T6" fmla="*/ 4 w 4"/>
                <a:gd name="T7" fmla="*/ 2 h 8"/>
                <a:gd name="T8" fmla="*/ 2 w 4"/>
                <a:gd name="T9" fmla="*/ 0 h 8"/>
                <a:gd name="T10" fmla="*/ 0 w 4"/>
                <a:gd name="T11" fmla="*/ 1 h 8"/>
                <a:gd name="T12" fmla="*/ 0 w 4"/>
                <a:gd name="T13" fmla="*/ 2 h 8"/>
                <a:gd name="T14" fmla="*/ 0 w 4"/>
                <a:gd name="T15" fmla="*/ 6 h 8"/>
                <a:gd name="T16" fmla="*/ 2 w 4"/>
                <a:gd name="T1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8">
                  <a:moveTo>
                    <a:pt x="2" y="8"/>
                  </a:moveTo>
                  <a:cubicBezTo>
                    <a:pt x="3" y="8"/>
                    <a:pt x="3" y="8"/>
                    <a:pt x="3" y="7"/>
                  </a:cubicBezTo>
                  <a:cubicBezTo>
                    <a:pt x="4" y="7"/>
                    <a:pt x="4" y="7"/>
                    <a:pt x="4" y="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1" name="Freeform 63"/>
            <p:cNvSpPr>
              <a:spLocks noEditPoints="1"/>
            </p:cNvSpPr>
            <p:nvPr/>
          </p:nvSpPr>
          <p:spPr bwMode="auto">
            <a:xfrm>
              <a:off x="3368675" y="2201863"/>
              <a:ext cx="188913" cy="211138"/>
            </a:xfrm>
            <a:custGeom>
              <a:avLst/>
              <a:gdLst>
                <a:gd name="T0" fmla="*/ 16 w 32"/>
                <a:gd name="T1" fmla="*/ 0 h 36"/>
                <a:gd name="T2" fmla="*/ 0 w 32"/>
                <a:gd name="T3" fmla="*/ 16 h 36"/>
                <a:gd name="T4" fmla="*/ 8 w 32"/>
                <a:gd name="T5" fmla="*/ 30 h 36"/>
                <a:gd name="T6" fmla="*/ 8 w 32"/>
                <a:gd name="T7" fmla="*/ 36 h 36"/>
                <a:gd name="T8" fmla="*/ 24 w 32"/>
                <a:gd name="T9" fmla="*/ 36 h 36"/>
                <a:gd name="T10" fmla="*/ 24 w 32"/>
                <a:gd name="T11" fmla="*/ 30 h 36"/>
                <a:gd name="T12" fmla="*/ 32 w 32"/>
                <a:gd name="T13" fmla="*/ 16 h 36"/>
                <a:gd name="T14" fmla="*/ 16 w 32"/>
                <a:gd name="T15" fmla="*/ 0 h 36"/>
                <a:gd name="T16" fmla="*/ 22 w 32"/>
                <a:gd name="T17" fmla="*/ 26 h 36"/>
                <a:gd name="T18" fmla="*/ 20 w 32"/>
                <a:gd name="T19" fmla="*/ 27 h 36"/>
                <a:gd name="T20" fmla="*/ 20 w 32"/>
                <a:gd name="T21" fmla="*/ 30 h 36"/>
                <a:gd name="T22" fmla="*/ 20 w 32"/>
                <a:gd name="T23" fmla="*/ 32 h 36"/>
                <a:gd name="T24" fmla="*/ 12 w 32"/>
                <a:gd name="T25" fmla="*/ 32 h 36"/>
                <a:gd name="T26" fmla="*/ 12 w 32"/>
                <a:gd name="T27" fmla="*/ 30 h 36"/>
                <a:gd name="T28" fmla="*/ 12 w 32"/>
                <a:gd name="T29" fmla="*/ 27 h 36"/>
                <a:gd name="T30" fmla="*/ 10 w 32"/>
                <a:gd name="T31" fmla="*/ 26 h 36"/>
                <a:gd name="T32" fmla="*/ 4 w 32"/>
                <a:gd name="T33" fmla="*/ 16 h 36"/>
                <a:gd name="T34" fmla="*/ 16 w 32"/>
                <a:gd name="T35" fmla="*/ 4 h 36"/>
                <a:gd name="T36" fmla="*/ 28 w 32"/>
                <a:gd name="T37" fmla="*/ 16 h 36"/>
                <a:gd name="T38" fmla="*/ 22 w 32"/>
                <a:gd name="T39" fmla="*/ 2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" h="36">
                  <a:moveTo>
                    <a:pt x="16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22"/>
                    <a:pt x="3" y="27"/>
                    <a:pt x="8" y="30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9" y="27"/>
                    <a:pt x="32" y="22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lose/>
                  <a:moveTo>
                    <a:pt x="22" y="26"/>
                  </a:moveTo>
                  <a:cubicBezTo>
                    <a:pt x="20" y="27"/>
                    <a:pt x="20" y="27"/>
                    <a:pt x="20" y="27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6" y="24"/>
                    <a:pt x="4" y="20"/>
                    <a:pt x="4" y="16"/>
                  </a:cubicBezTo>
                  <a:cubicBezTo>
                    <a:pt x="4" y="9"/>
                    <a:pt x="9" y="4"/>
                    <a:pt x="16" y="4"/>
                  </a:cubicBezTo>
                  <a:cubicBezTo>
                    <a:pt x="23" y="4"/>
                    <a:pt x="28" y="9"/>
                    <a:pt x="28" y="16"/>
                  </a:cubicBezTo>
                  <a:cubicBezTo>
                    <a:pt x="28" y="20"/>
                    <a:pt x="26" y="24"/>
                    <a:pt x="22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2" name="Freeform 64"/>
            <p:cNvSpPr/>
            <p:nvPr/>
          </p:nvSpPr>
          <p:spPr bwMode="auto">
            <a:xfrm>
              <a:off x="3416300" y="2436813"/>
              <a:ext cx="93663" cy="47625"/>
            </a:xfrm>
            <a:custGeom>
              <a:avLst/>
              <a:gdLst>
                <a:gd name="T0" fmla="*/ 0 w 16"/>
                <a:gd name="T1" fmla="*/ 4 h 8"/>
                <a:gd name="T2" fmla="*/ 4 w 16"/>
                <a:gd name="T3" fmla="*/ 4 h 8"/>
                <a:gd name="T4" fmla="*/ 4 w 16"/>
                <a:gd name="T5" fmla="*/ 4 h 8"/>
                <a:gd name="T6" fmla="*/ 8 w 16"/>
                <a:gd name="T7" fmla="*/ 8 h 8"/>
                <a:gd name="T8" fmla="*/ 12 w 16"/>
                <a:gd name="T9" fmla="*/ 4 h 8"/>
                <a:gd name="T10" fmla="*/ 12 w 16"/>
                <a:gd name="T11" fmla="*/ 4 h 8"/>
                <a:gd name="T12" fmla="*/ 16 w 16"/>
                <a:gd name="T13" fmla="*/ 4 h 8"/>
                <a:gd name="T14" fmla="*/ 16 w 16"/>
                <a:gd name="T15" fmla="*/ 0 h 8"/>
                <a:gd name="T16" fmla="*/ 0 w 16"/>
                <a:gd name="T17" fmla="*/ 0 h 8"/>
                <a:gd name="T18" fmla="*/ 0 w 16"/>
                <a:gd name="T1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8">
                  <a:moveTo>
                    <a:pt x="0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6" y="8"/>
                    <a:pt x="8" y="8"/>
                  </a:cubicBezTo>
                  <a:cubicBezTo>
                    <a:pt x="10" y="8"/>
                    <a:pt x="12" y="6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3" name="Group 28"/>
          <p:cNvGrpSpPr/>
          <p:nvPr/>
        </p:nvGrpSpPr>
        <p:grpSpPr>
          <a:xfrm>
            <a:off x="3524816" y="2242964"/>
            <a:ext cx="277769" cy="276518"/>
            <a:chOff x="2522538" y="2108200"/>
            <a:chExt cx="376238" cy="376238"/>
          </a:xfrm>
          <a:solidFill>
            <a:srgbClr val="0070C0"/>
          </a:solidFill>
        </p:grpSpPr>
        <p:sp>
          <p:nvSpPr>
            <p:cNvPr id="24" name="Freeform 54"/>
            <p:cNvSpPr/>
            <p:nvPr/>
          </p:nvSpPr>
          <p:spPr bwMode="auto">
            <a:xfrm>
              <a:off x="2522538" y="2319338"/>
              <a:ext cx="163513" cy="71438"/>
            </a:xfrm>
            <a:custGeom>
              <a:avLst/>
              <a:gdLst>
                <a:gd name="T0" fmla="*/ 3 w 28"/>
                <a:gd name="T1" fmla="*/ 10 h 12"/>
                <a:gd name="T2" fmla="*/ 10 w 28"/>
                <a:gd name="T3" fmla="*/ 12 h 12"/>
                <a:gd name="T4" fmla="*/ 28 w 28"/>
                <a:gd name="T5" fmla="*/ 8 h 12"/>
                <a:gd name="T6" fmla="*/ 5 w 28"/>
                <a:gd name="T7" fmla="*/ 1 h 12"/>
                <a:gd name="T8" fmla="*/ 2 w 28"/>
                <a:gd name="T9" fmla="*/ 1 h 12"/>
                <a:gd name="T10" fmla="*/ 0 w 28"/>
                <a:gd name="T11" fmla="*/ 5 h 12"/>
                <a:gd name="T12" fmla="*/ 0 w 28"/>
                <a:gd name="T13" fmla="*/ 6 h 12"/>
                <a:gd name="T14" fmla="*/ 3 w 28"/>
                <a:gd name="T15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12">
                  <a:moveTo>
                    <a:pt x="3" y="10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3" y="1"/>
                    <a:pt x="2" y="1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8"/>
                    <a:pt x="1" y="9"/>
                    <a:pt x="3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5" name="Freeform 55"/>
            <p:cNvSpPr/>
            <p:nvPr/>
          </p:nvSpPr>
          <p:spPr bwMode="auto">
            <a:xfrm>
              <a:off x="2774950" y="2425700"/>
              <a:ext cx="123825" cy="58738"/>
            </a:xfrm>
            <a:custGeom>
              <a:avLst/>
              <a:gdLst>
                <a:gd name="T0" fmla="*/ 18 w 21"/>
                <a:gd name="T1" fmla="*/ 0 h 10"/>
                <a:gd name="T2" fmla="*/ 18 w 21"/>
                <a:gd name="T3" fmla="*/ 0 h 10"/>
                <a:gd name="T4" fmla="*/ 0 w 21"/>
                <a:gd name="T5" fmla="*/ 5 h 10"/>
                <a:gd name="T6" fmla="*/ 16 w 21"/>
                <a:gd name="T7" fmla="*/ 10 h 10"/>
                <a:gd name="T8" fmla="*/ 19 w 21"/>
                <a:gd name="T9" fmla="*/ 9 h 10"/>
                <a:gd name="T10" fmla="*/ 21 w 21"/>
                <a:gd name="T11" fmla="*/ 6 h 10"/>
                <a:gd name="T12" fmla="*/ 21 w 21"/>
                <a:gd name="T13" fmla="*/ 4 h 10"/>
                <a:gd name="T14" fmla="*/ 18 w 21"/>
                <a:gd name="T1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10"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0"/>
                    <a:pt x="18" y="10"/>
                    <a:pt x="19" y="9"/>
                  </a:cubicBezTo>
                  <a:cubicBezTo>
                    <a:pt x="20" y="8"/>
                    <a:pt x="21" y="7"/>
                    <a:pt x="21" y="6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2"/>
                    <a:pt x="20" y="1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6" name="Freeform 56"/>
            <p:cNvSpPr/>
            <p:nvPr/>
          </p:nvSpPr>
          <p:spPr bwMode="auto">
            <a:xfrm>
              <a:off x="2522538" y="2343150"/>
              <a:ext cx="376238" cy="141288"/>
            </a:xfrm>
            <a:custGeom>
              <a:avLst/>
              <a:gdLst>
                <a:gd name="T0" fmla="*/ 62 w 64"/>
                <a:gd name="T1" fmla="*/ 1 h 24"/>
                <a:gd name="T2" fmla="*/ 60 w 64"/>
                <a:gd name="T3" fmla="*/ 0 h 24"/>
                <a:gd name="T4" fmla="*/ 59 w 64"/>
                <a:gd name="T5" fmla="*/ 0 h 24"/>
                <a:gd name="T6" fmla="*/ 3 w 64"/>
                <a:gd name="T7" fmla="*/ 14 h 24"/>
                <a:gd name="T8" fmla="*/ 0 w 64"/>
                <a:gd name="T9" fmla="*/ 18 h 24"/>
                <a:gd name="T10" fmla="*/ 0 w 64"/>
                <a:gd name="T11" fmla="*/ 20 h 24"/>
                <a:gd name="T12" fmla="*/ 2 w 64"/>
                <a:gd name="T13" fmla="*/ 23 h 24"/>
                <a:gd name="T14" fmla="*/ 4 w 64"/>
                <a:gd name="T15" fmla="*/ 24 h 24"/>
                <a:gd name="T16" fmla="*/ 5 w 64"/>
                <a:gd name="T17" fmla="*/ 24 h 24"/>
                <a:gd name="T18" fmla="*/ 61 w 64"/>
                <a:gd name="T19" fmla="*/ 10 h 24"/>
                <a:gd name="T20" fmla="*/ 64 w 64"/>
                <a:gd name="T21" fmla="*/ 6 h 24"/>
                <a:gd name="T22" fmla="*/ 64 w 64"/>
                <a:gd name="T23" fmla="*/ 4 h 24"/>
                <a:gd name="T24" fmla="*/ 62 w 64"/>
                <a:gd name="T2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24">
                  <a:moveTo>
                    <a:pt x="62" y="1"/>
                  </a:moveTo>
                  <a:cubicBezTo>
                    <a:pt x="62" y="1"/>
                    <a:pt x="61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1" y="15"/>
                    <a:pt x="0" y="16"/>
                    <a:pt x="0" y="18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1"/>
                    <a:pt x="1" y="22"/>
                    <a:pt x="2" y="23"/>
                  </a:cubicBezTo>
                  <a:cubicBezTo>
                    <a:pt x="2" y="24"/>
                    <a:pt x="3" y="24"/>
                    <a:pt x="4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3" y="9"/>
                    <a:pt x="64" y="8"/>
                    <a:pt x="64" y="6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3"/>
                    <a:pt x="63" y="2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7" name="Freeform 57"/>
            <p:cNvSpPr>
              <a:spLocks noEditPoints="1"/>
            </p:cNvSpPr>
            <p:nvPr/>
          </p:nvSpPr>
          <p:spPr bwMode="auto">
            <a:xfrm>
              <a:off x="2605088" y="2108200"/>
              <a:ext cx="217488" cy="258763"/>
            </a:xfrm>
            <a:custGeom>
              <a:avLst/>
              <a:gdLst>
                <a:gd name="T0" fmla="*/ 8 w 37"/>
                <a:gd name="T1" fmla="*/ 32 h 44"/>
                <a:gd name="T2" fmla="*/ 31 w 37"/>
                <a:gd name="T3" fmla="*/ 35 h 44"/>
                <a:gd name="T4" fmla="*/ 20 w 37"/>
                <a:gd name="T5" fmla="*/ 0 h 44"/>
                <a:gd name="T6" fmla="*/ 8 w 37"/>
                <a:gd name="T7" fmla="*/ 32 h 44"/>
                <a:gd name="T8" fmla="*/ 15 w 37"/>
                <a:gd name="T9" fmla="*/ 28 h 44"/>
                <a:gd name="T10" fmla="*/ 21 w 37"/>
                <a:gd name="T11" fmla="*/ 16 h 44"/>
                <a:gd name="T12" fmla="*/ 20 w 37"/>
                <a:gd name="T13" fmla="*/ 36 h 44"/>
                <a:gd name="T14" fmla="*/ 15 w 37"/>
                <a:gd name="T15" fmla="*/ 2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44">
                  <a:moveTo>
                    <a:pt x="8" y="32"/>
                  </a:moveTo>
                  <a:cubicBezTo>
                    <a:pt x="11" y="40"/>
                    <a:pt x="24" y="44"/>
                    <a:pt x="31" y="35"/>
                  </a:cubicBezTo>
                  <a:cubicBezTo>
                    <a:pt x="37" y="25"/>
                    <a:pt x="31" y="10"/>
                    <a:pt x="20" y="0"/>
                  </a:cubicBezTo>
                  <a:cubicBezTo>
                    <a:pt x="22" y="11"/>
                    <a:pt x="0" y="15"/>
                    <a:pt x="8" y="32"/>
                  </a:cubicBezTo>
                  <a:close/>
                  <a:moveTo>
                    <a:pt x="15" y="28"/>
                  </a:moveTo>
                  <a:cubicBezTo>
                    <a:pt x="17" y="26"/>
                    <a:pt x="21" y="24"/>
                    <a:pt x="21" y="16"/>
                  </a:cubicBezTo>
                  <a:cubicBezTo>
                    <a:pt x="31" y="22"/>
                    <a:pt x="27" y="38"/>
                    <a:pt x="20" y="36"/>
                  </a:cubicBezTo>
                  <a:cubicBezTo>
                    <a:pt x="13" y="35"/>
                    <a:pt x="13" y="30"/>
                    <a:pt x="15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28" name="Freeform 22"/>
          <p:cNvSpPr>
            <a:spLocks noEditPoints="1"/>
          </p:cNvSpPr>
          <p:nvPr/>
        </p:nvSpPr>
        <p:spPr bwMode="auto">
          <a:xfrm>
            <a:off x="2273859" y="3284427"/>
            <a:ext cx="256638" cy="255482"/>
          </a:xfrm>
          <a:custGeom>
            <a:avLst/>
            <a:gdLst>
              <a:gd name="T0" fmla="*/ 42 w 44"/>
              <a:gd name="T1" fmla="*/ 18 h 44"/>
              <a:gd name="T2" fmla="*/ 35 w 44"/>
              <a:gd name="T3" fmla="*/ 18 h 44"/>
              <a:gd name="T4" fmla="*/ 34 w 44"/>
              <a:gd name="T5" fmla="*/ 14 h 44"/>
              <a:gd name="T6" fmla="*/ 38 w 44"/>
              <a:gd name="T7" fmla="*/ 10 h 44"/>
              <a:gd name="T8" fmla="*/ 38 w 44"/>
              <a:gd name="T9" fmla="*/ 7 h 44"/>
              <a:gd name="T10" fmla="*/ 36 w 44"/>
              <a:gd name="T11" fmla="*/ 5 h 44"/>
              <a:gd name="T12" fmla="*/ 33 w 44"/>
              <a:gd name="T13" fmla="*/ 5 h 44"/>
              <a:gd name="T14" fmla="*/ 29 w 44"/>
              <a:gd name="T15" fmla="*/ 9 h 44"/>
              <a:gd name="T16" fmla="*/ 25 w 44"/>
              <a:gd name="T17" fmla="*/ 8 h 44"/>
              <a:gd name="T18" fmla="*/ 25 w 44"/>
              <a:gd name="T19" fmla="*/ 2 h 44"/>
              <a:gd name="T20" fmla="*/ 23 w 44"/>
              <a:gd name="T21" fmla="*/ 0 h 44"/>
              <a:gd name="T22" fmla="*/ 20 w 44"/>
              <a:gd name="T23" fmla="*/ 0 h 44"/>
              <a:gd name="T24" fmla="*/ 18 w 44"/>
              <a:gd name="T25" fmla="*/ 2 h 44"/>
              <a:gd name="T26" fmla="*/ 18 w 44"/>
              <a:gd name="T27" fmla="*/ 8 h 44"/>
              <a:gd name="T28" fmla="*/ 14 w 44"/>
              <a:gd name="T29" fmla="*/ 9 h 44"/>
              <a:gd name="T30" fmla="*/ 10 w 44"/>
              <a:gd name="T31" fmla="*/ 6 h 44"/>
              <a:gd name="T32" fmla="*/ 7 w 44"/>
              <a:gd name="T33" fmla="*/ 6 h 44"/>
              <a:gd name="T34" fmla="*/ 5 w 44"/>
              <a:gd name="T35" fmla="*/ 8 h 44"/>
              <a:gd name="T36" fmla="*/ 5 w 44"/>
              <a:gd name="T37" fmla="*/ 11 h 44"/>
              <a:gd name="T38" fmla="*/ 9 w 44"/>
              <a:gd name="T39" fmla="*/ 15 h 44"/>
              <a:gd name="T40" fmla="*/ 7 w 44"/>
              <a:gd name="T41" fmla="*/ 19 h 44"/>
              <a:gd name="T42" fmla="*/ 2 w 44"/>
              <a:gd name="T43" fmla="*/ 19 h 44"/>
              <a:gd name="T44" fmla="*/ 0 w 44"/>
              <a:gd name="T45" fmla="*/ 21 h 44"/>
              <a:gd name="T46" fmla="*/ 0 w 44"/>
              <a:gd name="T47" fmla="*/ 24 h 44"/>
              <a:gd name="T48" fmla="*/ 2 w 44"/>
              <a:gd name="T49" fmla="*/ 26 h 44"/>
              <a:gd name="T50" fmla="*/ 7 w 44"/>
              <a:gd name="T51" fmla="*/ 26 h 44"/>
              <a:gd name="T52" fmla="*/ 9 w 44"/>
              <a:gd name="T53" fmla="*/ 30 h 44"/>
              <a:gd name="T54" fmla="*/ 6 w 44"/>
              <a:gd name="T55" fmla="*/ 34 h 44"/>
              <a:gd name="T56" fmla="*/ 6 w 44"/>
              <a:gd name="T57" fmla="*/ 37 h 44"/>
              <a:gd name="T58" fmla="*/ 8 w 44"/>
              <a:gd name="T59" fmla="*/ 39 h 44"/>
              <a:gd name="T60" fmla="*/ 11 w 44"/>
              <a:gd name="T61" fmla="*/ 39 h 44"/>
              <a:gd name="T62" fmla="*/ 15 w 44"/>
              <a:gd name="T63" fmla="*/ 35 h 44"/>
              <a:gd name="T64" fmla="*/ 19 w 44"/>
              <a:gd name="T65" fmla="*/ 36 h 44"/>
              <a:gd name="T66" fmla="*/ 19 w 44"/>
              <a:gd name="T67" fmla="*/ 42 h 44"/>
              <a:gd name="T68" fmla="*/ 21 w 44"/>
              <a:gd name="T69" fmla="*/ 44 h 44"/>
              <a:gd name="T70" fmla="*/ 24 w 44"/>
              <a:gd name="T71" fmla="*/ 44 h 44"/>
              <a:gd name="T72" fmla="*/ 26 w 44"/>
              <a:gd name="T73" fmla="*/ 42 h 44"/>
              <a:gd name="T74" fmla="*/ 26 w 44"/>
              <a:gd name="T75" fmla="*/ 36 h 44"/>
              <a:gd name="T76" fmla="*/ 30 w 44"/>
              <a:gd name="T77" fmla="*/ 34 h 44"/>
              <a:gd name="T78" fmla="*/ 34 w 44"/>
              <a:gd name="T79" fmla="*/ 38 h 44"/>
              <a:gd name="T80" fmla="*/ 37 w 44"/>
              <a:gd name="T81" fmla="*/ 38 h 44"/>
              <a:gd name="T82" fmla="*/ 39 w 44"/>
              <a:gd name="T83" fmla="*/ 36 h 44"/>
              <a:gd name="T84" fmla="*/ 39 w 44"/>
              <a:gd name="T85" fmla="*/ 33 h 44"/>
              <a:gd name="T86" fmla="*/ 35 w 44"/>
              <a:gd name="T87" fmla="*/ 28 h 44"/>
              <a:gd name="T88" fmla="*/ 36 w 44"/>
              <a:gd name="T89" fmla="*/ 25 h 44"/>
              <a:gd name="T90" fmla="*/ 42 w 44"/>
              <a:gd name="T91" fmla="*/ 25 h 44"/>
              <a:gd name="T92" fmla="*/ 44 w 44"/>
              <a:gd name="T93" fmla="*/ 23 h 44"/>
              <a:gd name="T94" fmla="*/ 44 w 44"/>
              <a:gd name="T95" fmla="*/ 20 h 44"/>
              <a:gd name="T96" fmla="*/ 42 w 44"/>
              <a:gd name="T97" fmla="*/ 18 h 44"/>
              <a:gd name="T98" fmla="*/ 21 w 44"/>
              <a:gd name="T99" fmla="*/ 28 h 44"/>
              <a:gd name="T100" fmla="*/ 15 w 44"/>
              <a:gd name="T101" fmla="*/ 22 h 44"/>
              <a:gd name="T102" fmla="*/ 21 w 44"/>
              <a:gd name="T103" fmla="*/ 16 h 44"/>
              <a:gd name="T104" fmla="*/ 28 w 44"/>
              <a:gd name="T105" fmla="*/ 22 h 44"/>
              <a:gd name="T106" fmla="*/ 21 w 44"/>
              <a:gd name="T107" fmla="*/ 28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4" h="44">
                <a:moveTo>
                  <a:pt x="42" y="18"/>
                </a:moveTo>
                <a:cubicBezTo>
                  <a:pt x="35" y="18"/>
                  <a:pt x="35" y="18"/>
                  <a:pt x="35" y="18"/>
                </a:cubicBezTo>
                <a:cubicBezTo>
                  <a:pt x="35" y="17"/>
                  <a:pt x="35" y="15"/>
                  <a:pt x="34" y="14"/>
                </a:cubicBezTo>
                <a:cubicBezTo>
                  <a:pt x="38" y="10"/>
                  <a:pt x="38" y="10"/>
                  <a:pt x="38" y="10"/>
                </a:cubicBezTo>
                <a:cubicBezTo>
                  <a:pt x="39" y="9"/>
                  <a:pt x="39" y="8"/>
                  <a:pt x="38" y="7"/>
                </a:cubicBezTo>
                <a:cubicBezTo>
                  <a:pt x="36" y="5"/>
                  <a:pt x="36" y="5"/>
                  <a:pt x="36" y="5"/>
                </a:cubicBezTo>
                <a:cubicBezTo>
                  <a:pt x="35" y="4"/>
                  <a:pt x="34" y="4"/>
                  <a:pt x="33" y="5"/>
                </a:cubicBezTo>
                <a:cubicBezTo>
                  <a:pt x="29" y="9"/>
                  <a:pt x="29" y="9"/>
                  <a:pt x="29" y="9"/>
                </a:cubicBezTo>
                <a:cubicBezTo>
                  <a:pt x="28" y="9"/>
                  <a:pt x="26" y="8"/>
                  <a:pt x="25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5" y="1"/>
                  <a:pt x="24" y="0"/>
                  <a:pt x="23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19" y="0"/>
                  <a:pt x="18" y="1"/>
                  <a:pt x="18" y="2"/>
                </a:cubicBezTo>
                <a:cubicBezTo>
                  <a:pt x="18" y="8"/>
                  <a:pt x="18" y="8"/>
                  <a:pt x="18" y="8"/>
                </a:cubicBezTo>
                <a:cubicBezTo>
                  <a:pt x="16" y="8"/>
                  <a:pt x="15" y="9"/>
                  <a:pt x="14" y="9"/>
                </a:cubicBezTo>
                <a:cubicBezTo>
                  <a:pt x="10" y="6"/>
                  <a:pt x="10" y="6"/>
                  <a:pt x="10" y="6"/>
                </a:cubicBezTo>
                <a:cubicBezTo>
                  <a:pt x="9" y="5"/>
                  <a:pt x="8" y="5"/>
                  <a:pt x="7" y="6"/>
                </a:cubicBezTo>
                <a:cubicBezTo>
                  <a:pt x="5" y="8"/>
                  <a:pt x="5" y="8"/>
                  <a:pt x="5" y="8"/>
                </a:cubicBezTo>
                <a:cubicBezTo>
                  <a:pt x="4" y="9"/>
                  <a:pt x="4" y="10"/>
                  <a:pt x="5" y="11"/>
                </a:cubicBezTo>
                <a:cubicBezTo>
                  <a:pt x="9" y="15"/>
                  <a:pt x="9" y="15"/>
                  <a:pt x="9" y="15"/>
                </a:cubicBezTo>
                <a:cubicBezTo>
                  <a:pt x="8" y="16"/>
                  <a:pt x="7" y="17"/>
                  <a:pt x="7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0" y="20"/>
                  <a:pt x="0" y="21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5"/>
                  <a:pt x="1" y="26"/>
                  <a:pt x="2" y="26"/>
                </a:cubicBezTo>
                <a:cubicBezTo>
                  <a:pt x="7" y="26"/>
                  <a:pt x="7" y="26"/>
                  <a:pt x="7" y="26"/>
                </a:cubicBezTo>
                <a:cubicBezTo>
                  <a:pt x="8" y="28"/>
                  <a:pt x="8" y="29"/>
                  <a:pt x="9" y="30"/>
                </a:cubicBezTo>
                <a:cubicBezTo>
                  <a:pt x="6" y="34"/>
                  <a:pt x="6" y="34"/>
                  <a:pt x="6" y="34"/>
                </a:cubicBezTo>
                <a:cubicBezTo>
                  <a:pt x="5" y="35"/>
                  <a:pt x="5" y="36"/>
                  <a:pt x="6" y="37"/>
                </a:cubicBezTo>
                <a:cubicBezTo>
                  <a:pt x="8" y="39"/>
                  <a:pt x="8" y="39"/>
                  <a:pt x="8" y="39"/>
                </a:cubicBezTo>
                <a:cubicBezTo>
                  <a:pt x="9" y="40"/>
                  <a:pt x="10" y="40"/>
                  <a:pt x="11" y="39"/>
                </a:cubicBezTo>
                <a:cubicBezTo>
                  <a:pt x="15" y="35"/>
                  <a:pt x="15" y="35"/>
                  <a:pt x="15" y="35"/>
                </a:cubicBezTo>
                <a:cubicBezTo>
                  <a:pt x="16" y="36"/>
                  <a:pt x="18" y="36"/>
                  <a:pt x="19" y="36"/>
                </a:cubicBezTo>
                <a:cubicBezTo>
                  <a:pt x="19" y="42"/>
                  <a:pt x="19" y="42"/>
                  <a:pt x="19" y="42"/>
                </a:cubicBezTo>
                <a:cubicBezTo>
                  <a:pt x="19" y="43"/>
                  <a:pt x="20" y="44"/>
                  <a:pt x="21" y="44"/>
                </a:cubicBezTo>
                <a:cubicBezTo>
                  <a:pt x="24" y="44"/>
                  <a:pt x="24" y="44"/>
                  <a:pt x="24" y="44"/>
                </a:cubicBezTo>
                <a:cubicBezTo>
                  <a:pt x="25" y="44"/>
                  <a:pt x="26" y="43"/>
                  <a:pt x="26" y="42"/>
                </a:cubicBezTo>
                <a:cubicBezTo>
                  <a:pt x="26" y="36"/>
                  <a:pt x="26" y="36"/>
                  <a:pt x="26" y="36"/>
                </a:cubicBezTo>
                <a:cubicBezTo>
                  <a:pt x="28" y="35"/>
                  <a:pt x="29" y="35"/>
                  <a:pt x="30" y="34"/>
                </a:cubicBezTo>
                <a:cubicBezTo>
                  <a:pt x="34" y="38"/>
                  <a:pt x="34" y="38"/>
                  <a:pt x="34" y="38"/>
                </a:cubicBezTo>
                <a:cubicBezTo>
                  <a:pt x="35" y="39"/>
                  <a:pt x="36" y="39"/>
                  <a:pt x="37" y="38"/>
                </a:cubicBezTo>
                <a:cubicBezTo>
                  <a:pt x="39" y="36"/>
                  <a:pt x="39" y="36"/>
                  <a:pt x="39" y="36"/>
                </a:cubicBezTo>
                <a:cubicBezTo>
                  <a:pt x="40" y="35"/>
                  <a:pt x="40" y="34"/>
                  <a:pt x="39" y="33"/>
                </a:cubicBezTo>
                <a:cubicBezTo>
                  <a:pt x="35" y="28"/>
                  <a:pt x="35" y="28"/>
                  <a:pt x="35" y="28"/>
                </a:cubicBezTo>
                <a:cubicBezTo>
                  <a:pt x="35" y="27"/>
                  <a:pt x="35" y="26"/>
                  <a:pt x="36" y="25"/>
                </a:cubicBezTo>
                <a:cubicBezTo>
                  <a:pt x="42" y="25"/>
                  <a:pt x="42" y="25"/>
                  <a:pt x="42" y="25"/>
                </a:cubicBezTo>
                <a:cubicBezTo>
                  <a:pt x="43" y="25"/>
                  <a:pt x="44" y="24"/>
                  <a:pt x="44" y="23"/>
                </a:cubicBezTo>
                <a:cubicBezTo>
                  <a:pt x="44" y="20"/>
                  <a:pt x="44" y="20"/>
                  <a:pt x="44" y="20"/>
                </a:cubicBezTo>
                <a:cubicBezTo>
                  <a:pt x="44" y="19"/>
                  <a:pt x="43" y="18"/>
                  <a:pt x="42" y="18"/>
                </a:cubicBezTo>
                <a:close/>
                <a:moveTo>
                  <a:pt x="21" y="28"/>
                </a:moveTo>
                <a:cubicBezTo>
                  <a:pt x="18" y="28"/>
                  <a:pt x="15" y="25"/>
                  <a:pt x="15" y="22"/>
                </a:cubicBezTo>
                <a:cubicBezTo>
                  <a:pt x="15" y="19"/>
                  <a:pt x="18" y="16"/>
                  <a:pt x="21" y="16"/>
                </a:cubicBezTo>
                <a:cubicBezTo>
                  <a:pt x="25" y="16"/>
                  <a:pt x="28" y="19"/>
                  <a:pt x="28" y="22"/>
                </a:cubicBezTo>
                <a:cubicBezTo>
                  <a:pt x="28" y="25"/>
                  <a:pt x="25" y="28"/>
                  <a:pt x="21" y="28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vert="horz" wrap="square" lIns="67391" tIns="33696" rIns="67391" bIns="33696" numCol="1" anchor="t" anchorCtr="0" compatLnSpc="1"/>
          <a:lstStyle/>
          <a:p>
            <a:endParaRPr lang="id-ID" sz="100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grpSp>
        <p:nvGrpSpPr>
          <p:cNvPr id="29" name="Group 34"/>
          <p:cNvGrpSpPr/>
          <p:nvPr/>
        </p:nvGrpSpPr>
        <p:grpSpPr>
          <a:xfrm>
            <a:off x="1112150" y="3467759"/>
            <a:ext cx="242609" cy="276518"/>
            <a:chOff x="9953626" y="3624263"/>
            <a:chExt cx="328613" cy="376238"/>
          </a:xfrm>
          <a:solidFill>
            <a:srgbClr val="0070C0"/>
          </a:solidFill>
        </p:grpSpPr>
        <p:sp>
          <p:nvSpPr>
            <p:cNvPr id="30" name="Freeform 98"/>
            <p:cNvSpPr>
              <a:spLocks noEditPoints="1"/>
            </p:cNvSpPr>
            <p:nvPr/>
          </p:nvSpPr>
          <p:spPr bwMode="auto">
            <a:xfrm>
              <a:off x="10023476" y="3624263"/>
              <a:ext cx="188913" cy="93663"/>
            </a:xfrm>
            <a:custGeom>
              <a:avLst/>
              <a:gdLst>
                <a:gd name="T0" fmla="*/ 32 w 32"/>
                <a:gd name="T1" fmla="*/ 8 h 16"/>
                <a:gd name="T2" fmla="*/ 24 w 32"/>
                <a:gd name="T3" fmla="*/ 8 h 16"/>
                <a:gd name="T4" fmla="*/ 16 w 32"/>
                <a:gd name="T5" fmla="*/ 0 h 16"/>
                <a:gd name="T6" fmla="*/ 8 w 32"/>
                <a:gd name="T7" fmla="*/ 8 h 16"/>
                <a:gd name="T8" fmla="*/ 0 w 32"/>
                <a:gd name="T9" fmla="*/ 8 h 16"/>
                <a:gd name="T10" fmla="*/ 0 w 32"/>
                <a:gd name="T11" fmla="*/ 16 h 16"/>
                <a:gd name="T12" fmla="*/ 32 w 32"/>
                <a:gd name="T13" fmla="*/ 16 h 16"/>
                <a:gd name="T14" fmla="*/ 32 w 32"/>
                <a:gd name="T15" fmla="*/ 8 h 16"/>
                <a:gd name="T16" fmla="*/ 16 w 32"/>
                <a:gd name="T17" fmla="*/ 12 h 16"/>
                <a:gd name="T18" fmla="*/ 12 w 32"/>
                <a:gd name="T19" fmla="*/ 8 h 16"/>
                <a:gd name="T20" fmla="*/ 16 w 32"/>
                <a:gd name="T21" fmla="*/ 4 h 16"/>
                <a:gd name="T22" fmla="*/ 20 w 32"/>
                <a:gd name="T23" fmla="*/ 8 h 16"/>
                <a:gd name="T24" fmla="*/ 16 w 32"/>
                <a:gd name="T25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16">
                  <a:moveTo>
                    <a:pt x="32" y="8"/>
                  </a:moveTo>
                  <a:cubicBezTo>
                    <a:pt x="24" y="8"/>
                    <a:pt x="24" y="8"/>
                    <a:pt x="24" y="8"/>
                  </a:cubicBezTo>
                  <a:cubicBezTo>
                    <a:pt x="24" y="4"/>
                    <a:pt x="20" y="0"/>
                    <a:pt x="16" y="0"/>
                  </a:cubicBezTo>
                  <a:cubicBezTo>
                    <a:pt x="12" y="0"/>
                    <a:pt x="8" y="4"/>
                    <a:pt x="8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32" y="16"/>
                    <a:pt x="32" y="16"/>
                    <a:pt x="32" y="16"/>
                  </a:cubicBezTo>
                  <a:lnTo>
                    <a:pt x="32" y="8"/>
                  </a:lnTo>
                  <a:close/>
                  <a:moveTo>
                    <a:pt x="16" y="12"/>
                  </a:moveTo>
                  <a:cubicBezTo>
                    <a:pt x="14" y="12"/>
                    <a:pt x="12" y="10"/>
                    <a:pt x="12" y="8"/>
                  </a:cubicBezTo>
                  <a:cubicBezTo>
                    <a:pt x="12" y="6"/>
                    <a:pt x="14" y="4"/>
                    <a:pt x="16" y="4"/>
                  </a:cubicBezTo>
                  <a:cubicBezTo>
                    <a:pt x="18" y="4"/>
                    <a:pt x="20" y="6"/>
                    <a:pt x="20" y="8"/>
                  </a:cubicBezTo>
                  <a:cubicBezTo>
                    <a:pt x="20" y="10"/>
                    <a:pt x="18" y="12"/>
                    <a:pt x="16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1" name="Freeform 99"/>
            <p:cNvSpPr>
              <a:spLocks noEditPoints="1"/>
            </p:cNvSpPr>
            <p:nvPr/>
          </p:nvSpPr>
          <p:spPr bwMode="auto">
            <a:xfrm>
              <a:off x="9953626" y="3671888"/>
              <a:ext cx="328613" cy="328613"/>
            </a:xfrm>
            <a:custGeom>
              <a:avLst/>
              <a:gdLst>
                <a:gd name="T0" fmla="*/ 178 w 207"/>
                <a:gd name="T1" fmla="*/ 0 h 207"/>
                <a:gd name="T2" fmla="*/ 178 w 207"/>
                <a:gd name="T3" fmla="*/ 44 h 207"/>
                <a:gd name="T4" fmla="*/ 29 w 207"/>
                <a:gd name="T5" fmla="*/ 44 h 207"/>
                <a:gd name="T6" fmla="*/ 29 w 207"/>
                <a:gd name="T7" fmla="*/ 0 h 207"/>
                <a:gd name="T8" fmla="*/ 0 w 207"/>
                <a:gd name="T9" fmla="*/ 0 h 207"/>
                <a:gd name="T10" fmla="*/ 0 w 207"/>
                <a:gd name="T11" fmla="*/ 207 h 207"/>
                <a:gd name="T12" fmla="*/ 207 w 207"/>
                <a:gd name="T13" fmla="*/ 207 h 207"/>
                <a:gd name="T14" fmla="*/ 207 w 207"/>
                <a:gd name="T15" fmla="*/ 0 h 207"/>
                <a:gd name="T16" fmla="*/ 178 w 207"/>
                <a:gd name="T17" fmla="*/ 0 h 207"/>
                <a:gd name="T18" fmla="*/ 96 w 207"/>
                <a:gd name="T19" fmla="*/ 174 h 207"/>
                <a:gd name="T20" fmla="*/ 85 w 207"/>
                <a:gd name="T21" fmla="*/ 166 h 207"/>
                <a:gd name="T22" fmla="*/ 44 w 207"/>
                <a:gd name="T23" fmla="*/ 122 h 207"/>
                <a:gd name="T24" fmla="*/ 67 w 207"/>
                <a:gd name="T25" fmla="*/ 103 h 207"/>
                <a:gd name="T26" fmla="*/ 96 w 207"/>
                <a:gd name="T27" fmla="*/ 133 h 207"/>
                <a:gd name="T28" fmla="*/ 155 w 207"/>
                <a:gd name="T29" fmla="*/ 74 h 207"/>
                <a:gd name="T30" fmla="*/ 178 w 207"/>
                <a:gd name="T31" fmla="*/ 96 h 207"/>
                <a:gd name="T32" fmla="*/ 96 w 207"/>
                <a:gd name="T33" fmla="*/ 174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7" h="207">
                  <a:moveTo>
                    <a:pt x="178" y="0"/>
                  </a:moveTo>
                  <a:lnTo>
                    <a:pt x="178" y="44"/>
                  </a:lnTo>
                  <a:lnTo>
                    <a:pt x="29" y="44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207"/>
                  </a:lnTo>
                  <a:lnTo>
                    <a:pt x="207" y="207"/>
                  </a:lnTo>
                  <a:lnTo>
                    <a:pt x="207" y="0"/>
                  </a:lnTo>
                  <a:lnTo>
                    <a:pt x="178" y="0"/>
                  </a:lnTo>
                  <a:close/>
                  <a:moveTo>
                    <a:pt x="96" y="174"/>
                  </a:moveTo>
                  <a:lnTo>
                    <a:pt x="85" y="166"/>
                  </a:lnTo>
                  <a:lnTo>
                    <a:pt x="44" y="122"/>
                  </a:lnTo>
                  <a:lnTo>
                    <a:pt x="67" y="103"/>
                  </a:lnTo>
                  <a:lnTo>
                    <a:pt x="96" y="133"/>
                  </a:lnTo>
                  <a:lnTo>
                    <a:pt x="155" y="74"/>
                  </a:lnTo>
                  <a:lnTo>
                    <a:pt x="178" y="96"/>
                  </a:lnTo>
                  <a:lnTo>
                    <a:pt x="96" y="1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64" name="矩形 63"/>
          <p:cNvSpPr/>
          <p:nvPr/>
        </p:nvSpPr>
        <p:spPr>
          <a:xfrm>
            <a:off x="223192" y="287908"/>
            <a:ext cx="2880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07950" y="287908"/>
            <a:ext cx="721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66" name="TextBox 13"/>
          <p:cNvSpPr txBox="1"/>
          <p:nvPr/>
        </p:nvSpPr>
        <p:spPr>
          <a:xfrm>
            <a:off x="324098" y="272139"/>
            <a:ext cx="2304256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难点</a:t>
            </a:r>
            <a:endParaRPr lang="zh-CN" altLang="en-US" sz="18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522720" y="1773555"/>
            <a:ext cx="30003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89" name="TextBox 13"/>
          <p:cNvSpPr txBox="1"/>
          <p:nvPr>
            <p:custDataLst>
              <p:tags r:id="rId1"/>
            </p:custDataLst>
          </p:nvPr>
        </p:nvSpPr>
        <p:spPr>
          <a:xfrm>
            <a:off x="5364480" y="1224280"/>
            <a:ext cx="2591435" cy="2578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如何实现</a:t>
            </a:r>
            <a:r>
              <a:rPr lang="en-US" altLang="zh-CN" sz="14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“</a:t>
            </a:r>
            <a:r>
              <a:rPr lang="zh-CN" altLang="en-US" sz="14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即时反馈</a:t>
            </a:r>
            <a:r>
              <a:rPr lang="en-US" altLang="zh-CN" sz="14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”</a:t>
            </a:r>
            <a:r>
              <a:rPr lang="zh-CN" altLang="en-US" sz="14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的</a:t>
            </a:r>
            <a:r>
              <a:rPr lang="zh-CN" altLang="en-US" sz="14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效果</a:t>
            </a:r>
            <a:endParaRPr lang="zh-CN" altLang="en-US" sz="1400" b="1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5" name="Oval 3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32964" y="1310243"/>
            <a:ext cx="99231" cy="989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 sz="900">
              <a:solidFill>
                <a:schemeClr val="bg1">
                  <a:lumMod val="6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6" name="Freeform 39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4880088" y="1258011"/>
            <a:ext cx="204982" cy="203449"/>
          </a:xfrm>
          <a:custGeom>
            <a:avLst/>
            <a:gdLst>
              <a:gd name="T0" fmla="*/ 212 w 423"/>
              <a:gd name="T1" fmla="*/ 0 h 424"/>
              <a:gd name="T2" fmla="*/ 0 w 423"/>
              <a:gd name="T3" fmla="*/ 212 h 424"/>
              <a:gd name="T4" fmla="*/ 212 w 423"/>
              <a:gd name="T5" fmla="*/ 424 h 424"/>
              <a:gd name="T6" fmla="*/ 423 w 423"/>
              <a:gd name="T7" fmla="*/ 212 h 424"/>
              <a:gd name="T8" fmla="*/ 212 w 423"/>
              <a:gd name="T9" fmla="*/ 0 h 424"/>
              <a:gd name="T10" fmla="*/ 212 w 423"/>
              <a:gd name="T11" fmla="*/ 386 h 424"/>
              <a:gd name="T12" fmla="*/ 38 w 423"/>
              <a:gd name="T13" fmla="*/ 212 h 424"/>
              <a:gd name="T14" fmla="*/ 212 w 423"/>
              <a:gd name="T15" fmla="*/ 38 h 424"/>
              <a:gd name="T16" fmla="*/ 386 w 423"/>
              <a:gd name="T17" fmla="*/ 212 h 424"/>
              <a:gd name="T18" fmla="*/ 212 w 423"/>
              <a:gd name="T19" fmla="*/ 386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23" h="424">
                <a:moveTo>
                  <a:pt x="212" y="0"/>
                </a:moveTo>
                <a:cubicBezTo>
                  <a:pt x="95" y="0"/>
                  <a:pt x="0" y="95"/>
                  <a:pt x="0" y="212"/>
                </a:cubicBezTo>
                <a:cubicBezTo>
                  <a:pt x="0" y="329"/>
                  <a:pt x="95" y="424"/>
                  <a:pt x="212" y="424"/>
                </a:cubicBezTo>
                <a:cubicBezTo>
                  <a:pt x="329" y="424"/>
                  <a:pt x="423" y="329"/>
                  <a:pt x="423" y="212"/>
                </a:cubicBezTo>
                <a:cubicBezTo>
                  <a:pt x="423" y="95"/>
                  <a:pt x="329" y="0"/>
                  <a:pt x="212" y="0"/>
                </a:cubicBezTo>
                <a:close/>
                <a:moveTo>
                  <a:pt x="212" y="386"/>
                </a:moveTo>
                <a:cubicBezTo>
                  <a:pt x="116" y="386"/>
                  <a:pt x="38" y="308"/>
                  <a:pt x="38" y="212"/>
                </a:cubicBezTo>
                <a:cubicBezTo>
                  <a:pt x="38" y="116"/>
                  <a:pt x="116" y="38"/>
                  <a:pt x="212" y="38"/>
                </a:cubicBezTo>
                <a:cubicBezTo>
                  <a:pt x="308" y="38"/>
                  <a:pt x="386" y="116"/>
                  <a:pt x="386" y="212"/>
                </a:cubicBezTo>
                <a:cubicBezTo>
                  <a:pt x="386" y="308"/>
                  <a:pt x="308" y="386"/>
                  <a:pt x="212" y="386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 sz="900">
              <a:solidFill>
                <a:schemeClr val="bg1">
                  <a:lumMod val="6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7" name="Oval 3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933599" y="3410823"/>
            <a:ext cx="99231" cy="989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 sz="900">
              <a:solidFill>
                <a:schemeClr val="bg1">
                  <a:lumMod val="6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8" name="Freeform 39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4880723" y="3358591"/>
            <a:ext cx="204982" cy="203449"/>
          </a:xfrm>
          <a:custGeom>
            <a:avLst/>
            <a:gdLst>
              <a:gd name="T0" fmla="*/ 212 w 423"/>
              <a:gd name="T1" fmla="*/ 0 h 424"/>
              <a:gd name="T2" fmla="*/ 0 w 423"/>
              <a:gd name="T3" fmla="*/ 212 h 424"/>
              <a:gd name="T4" fmla="*/ 212 w 423"/>
              <a:gd name="T5" fmla="*/ 424 h 424"/>
              <a:gd name="T6" fmla="*/ 423 w 423"/>
              <a:gd name="T7" fmla="*/ 212 h 424"/>
              <a:gd name="T8" fmla="*/ 212 w 423"/>
              <a:gd name="T9" fmla="*/ 0 h 424"/>
              <a:gd name="T10" fmla="*/ 212 w 423"/>
              <a:gd name="T11" fmla="*/ 386 h 424"/>
              <a:gd name="T12" fmla="*/ 38 w 423"/>
              <a:gd name="T13" fmla="*/ 212 h 424"/>
              <a:gd name="T14" fmla="*/ 212 w 423"/>
              <a:gd name="T15" fmla="*/ 38 h 424"/>
              <a:gd name="T16" fmla="*/ 386 w 423"/>
              <a:gd name="T17" fmla="*/ 212 h 424"/>
              <a:gd name="T18" fmla="*/ 212 w 423"/>
              <a:gd name="T19" fmla="*/ 386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23" h="424">
                <a:moveTo>
                  <a:pt x="212" y="0"/>
                </a:moveTo>
                <a:cubicBezTo>
                  <a:pt x="95" y="0"/>
                  <a:pt x="0" y="95"/>
                  <a:pt x="0" y="212"/>
                </a:cubicBezTo>
                <a:cubicBezTo>
                  <a:pt x="0" y="329"/>
                  <a:pt x="95" y="424"/>
                  <a:pt x="212" y="424"/>
                </a:cubicBezTo>
                <a:cubicBezTo>
                  <a:pt x="329" y="424"/>
                  <a:pt x="423" y="329"/>
                  <a:pt x="423" y="212"/>
                </a:cubicBezTo>
                <a:cubicBezTo>
                  <a:pt x="423" y="95"/>
                  <a:pt x="329" y="0"/>
                  <a:pt x="212" y="0"/>
                </a:cubicBezTo>
                <a:close/>
                <a:moveTo>
                  <a:pt x="212" y="386"/>
                </a:moveTo>
                <a:cubicBezTo>
                  <a:pt x="116" y="386"/>
                  <a:pt x="38" y="308"/>
                  <a:pt x="38" y="212"/>
                </a:cubicBezTo>
                <a:cubicBezTo>
                  <a:pt x="38" y="116"/>
                  <a:pt x="116" y="38"/>
                  <a:pt x="212" y="38"/>
                </a:cubicBezTo>
                <a:cubicBezTo>
                  <a:pt x="308" y="38"/>
                  <a:pt x="386" y="116"/>
                  <a:pt x="386" y="212"/>
                </a:cubicBezTo>
                <a:cubicBezTo>
                  <a:pt x="386" y="308"/>
                  <a:pt x="308" y="386"/>
                  <a:pt x="212" y="386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 sz="900">
              <a:solidFill>
                <a:schemeClr val="bg1">
                  <a:lumMod val="6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9" name="TextBox 13"/>
          <p:cNvSpPr txBox="1"/>
          <p:nvPr>
            <p:custDataLst>
              <p:tags r:id="rId6"/>
            </p:custDataLst>
          </p:nvPr>
        </p:nvSpPr>
        <p:spPr>
          <a:xfrm>
            <a:off x="5365115" y="3312160"/>
            <a:ext cx="1720215" cy="2578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如何量化主观表现</a:t>
            </a:r>
            <a:endParaRPr lang="zh-CN" altLang="en-US" sz="1400" b="1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63" name="TextBox 13"/>
          <p:cNvSpPr txBox="1"/>
          <p:nvPr>
            <p:custDataLst>
              <p:tags r:id="rId7"/>
            </p:custDataLst>
          </p:nvPr>
        </p:nvSpPr>
        <p:spPr>
          <a:xfrm>
            <a:off x="5364859" y="1506407"/>
            <a:ext cx="3112020" cy="5842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00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系统需要语音识别，语音合成，图像</a:t>
            </a:r>
            <a:r>
              <a:rPr lang="zh-CN" altLang="en-US" sz="1000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识别等技术，如何优化链路，降低时延，避免出现卡顿是一大挑战</a:t>
            </a:r>
            <a:endParaRPr lang="en-US" altLang="zh-CN" sz="1000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sz="1000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2" name="TextBox 13"/>
          <p:cNvSpPr txBox="1"/>
          <p:nvPr>
            <p:custDataLst>
              <p:tags r:id="rId8"/>
            </p:custDataLst>
          </p:nvPr>
        </p:nvSpPr>
        <p:spPr>
          <a:xfrm>
            <a:off x="5365494" y="3650167"/>
            <a:ext cx="3112020" cy="5842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00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面试中的表现无法用简单的指标来描述。需要有一套全面的评价体系，可以量化用户的主观表现</a:t>
            </a:r>
            <a:endParaRPr lang="en-US" altLang="zh-CN" sz="1000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sz="1000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TextBox 13"/>
          <p:cNvSpPr txBox="1"/>
          <p:nvPr>
            <p:custDataLst>
              <p:tags r:id="rId9"/>
            </p:custDataLst>
          </p:nvPr>
        </p:nvSpPr>
        <p:spPr>
          <a:xfrm>
            <a:off x="5364480" y="2258060"/>
            <a:ext cx="2591435" cy="2578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如何打造真实</a:t>
            </a:r>
            <a:r>
              <a:rPr lang="zh-CN" altLang="en-US" sz="14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的</a:t>
            </a:r>
            <a:r>
              <a:rPr lang="en-US" altLang="zh-CN" sz="14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AI</a:t>
            </a:r>
            <a:r>
              <a:rPr lang="zh-CN" altLang="en-US" sz="14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面试官</a:t>
            </a:r>
            <a:endParaRPr lang="zh-CN" altLang="en-US" sz="1400" b="1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1" name="Oval 38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932964" y="2344023"/>
            <a:ext cx="99231" cy="989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 sz="900">
              <a:solidFill>
                <a:schemeClr val="bg1">
                  <a:lumMod val="6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2" name="Freeform 39"/>
          <p:cNvSpPr>
            <a:spLocks noEditPoints="1"/>
          </p:cNvSpPr>
          <p:nvPr>
            <p:custDataLst>
              <p:tags r:id="rId11"/>
            </p:custDataLst>
          </p:nvPr>
        </p:nvSpPr>
        <p:spPr bwMode="auto">
          <a:xfrm>
            <a:off x="4880088" y="2291791"/>
            <a:ext cx="204982" cy="203449"/>
          </a:xfrm>
          <a:custGeom>
            <a:avLst/>
            <a:gdLst>
              <a:gd name="T0" fmla="*/ 212 w 423"/>
              <a:gd name="T1" fmla="*/ 0 h 424"/>
              <a:gd name="T2" fmla="*/ 0 w 423"/>
              <a:gd name="T3" fmla="*/ 212 h 424"/>
              <a:gd name="T4" fmla="*/ 212 w 423"/>
              <a:gd name="T5" fmla="*/ 424 h 424"/>
              <a:gd name="T6" fmla="*/ 423 w 423"/>
              <a:gd name="T7" fmla="*/ 212 h 424"/>
              <a:gd name="T8" fmla="*/ 212 w 423"/>
              <a:gd name="T9" fmla="*/ 0 h 424"/>
              <a:gd name="T10" fmla="*/ 212 w 423"/>
              <a:gd name="T11" fmla="*/ 386 h 424"/>
              <a:gd name="T12" fmla="*/ 38 w 423"/>
              <a:gd name="T13" fmla="*/ 212 h 424"/>
              <a:gd name="T14" fmla="*/ 212 w 423"/>
              <a:gd name="T15" fmla="*/ 38 h 424"/>
              <a:gd name="T16" fmla="*/ 386 w 423"/>
              <a:gd name="T17" fmla="*/ 212 h 424"/>
              <a:gd name="T18" fmla="*/ 212 w 423"/>
              <a:gd name="T19" fmla="*/ 386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23" h="424">
                <a:moveTo>
                  <a:pt x="212" y="0"/>
                </a:moveTo>
                <a:cubicBezTo>
                  <a:pt x="95" y="0"/>
                  <a:pt x="0" y="95"/>
                  <a:pt x="0" y="212"/>
                </a:cubicBezTo>
                <a:cubicBezTo>
                  <a:pt x="0" y="329"/>
                  <a:pt x="95" y="424"/>
                  <a:pt x="212" y="424"/>
                </a:cubicBezTo>
                <a:cubicBezTo>
                  <a:pt x="329" y="424"/>
                  <a:pt x="423" y="329"/>
                  <a:pt x="423" y="212"/>
                </a:cubicBezTo>
                <a:cubicBezTo>
                  <a:pt x="423" y="95"/>
                  <a:pt x="329" y="0"/>
                  <a:pt x="212" y="0"/>
                </a:cubicBezTo>
                <a:close/>
                <a:moveTo>
                  <a:pt x="212" y="386"/>
                </a:moveTo>
                <a:cubicBezTo>
                  <a:pt x="116" y="386"/>
                  <a:pt x="38" y="308"/>
                  <a:pt x="38" y="212"/>
                </a:cubicBezTo>
                <a:cubicBezTo>
                  <a:pt x="38" y="116"/>
                  <a:pt x="116" y="38"/>
                  <a:pt x="212" y="38"/>
                </a:cubicBezTo>
                <a:cubicBezTo>
                  <a:pt x="308" y="38"/>
                  <a:pt x="386" y="116"/>
                  <a:pt x="386" y="212"/>
                </a:cubicBezTo>
                <a:cubicBezTo>
                  <a:pt x="386" y="308"/>
                  <a:pt x="308" y="386"/>
                  <a:pt x="212" y="386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 sz="900">
              <a:solidFill>
                <a:schemeClr val="bg1">
                  <a:lumMod val="6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3" name="TextBox 13"/>
          <p:cNvSpPr txBox="1"/>
          <p:nvPr>
            <p:custDataLst>
              <p:tags r:id="rId12"/>
            </p:custDataLst>
          </p:nvPr>
        </p:nvSpPr>
        <p:spPr>
          <a:xfrm>
            <a:off x="5364859" y="2540187"/>
            <a:ext cx="3112020" cy="3689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00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多模态数据的同步和对齐是一大难题，要做到语义，表情，语气，节奏的</a:t>
            </a:r>
            <a:r>
              <a:rPr lang="zh-CN" altLang="en-US" sz="1000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一致</a:t>
            </a:r>
            <a:endParaRPr lang="zh-CN" altLang="en-US" sz="1000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30"/>
    </mc:Choice>
    <mc:Fallback>
      <p:transition spd="slow" advTm="4730"/>
    </mc:Fallback>
  </mc:AlternateContent>
  <p:timing>
    <p:tnLst>
      <p:par>
        <p:cTn id="1" dur="indefinite" restart="never" nodeType="tmRoot"/>
      </p:par>
    </p:tnLst>
    <p:bldLst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 rot="5400000">
            <a:off x="774116" y="729261"/>
            <a:ext cx="2511182" cy="4220840"/>
            <a:chOff x="3305739" y="0"/>
            <a:chExt cx="2562592" cy="4287838"/>
          </a:xfrm>
        </p:grpSpPr>
        <p:sp>
          <p:nvSpPr>
            <p:cNvPr id="3" name="Freeform 6"/>
            <p:cNvSpPr>
              <a:spLocks noEditPoints="1"/>
            </p:cNvSpPr>
            <p:nvPr/>
          </p:nvSpPr>
          <p:spPr bwMode="auto">
            <a:xfrm>
              <a:off x="4869793" y="2454275"/>
              <a:ext cx="998538" cy="1801813"/>
            </a:xfrm>
            <a:custGeom>
              <a:avLst/>
              <a:gdLst>
                <a:gd name="T0" fmla="*/ 248 w 491"/>
                <a:gd name="T1" fmla="*/ 0 h 888"/>
                <a:gd name="T2" fmla="*/ 6 w 491"/>
                <a:gd name="T3" fmla="*/ 226 h 888"/>
                <a:gd name="T4" fmla="*/ 0 w 491"/>
                <a:gd name="T5" fmla="*/ 288 h 888"/>
                <a:gd name="T6" fmla="*/ 0 w 491"/>
                <a:gd name="T7" fmla="*/ 298 h 888"/>
                <a:gd name="T8" fmla="*/ 0 w 491"/>
                <a:gd name="T9" fmla="*/ 846 h 888"/>
                <a:gd name="T10" fmla="*/ 43 w 491"/>
                <a:gd name="T11" fmla="*/ 888 h 888"/>
                <a:gd name="T12" fmla="*/ 86 w 491"/>
                <a:gd name="T13" fmla="*/ 847 h 888"/>
                <a:gd name="T14" fmla="*/ 85 w 491"/>
                <a:gd name="T15" fmla="*/ 421 h 888"/>
                <a:gd name="T16" fmla="*/ 248 w 491"/>
                <a:gd name="T17" fmla="*/ 485 h 888"/>
                <a:gd name="T18" fmla="*/ 491 w 491"/>
                <a:gd name="T19" fmla="*/ 242 h 888"/>
                <a:gd name="T20" fmla="*/ 248 w 491"/>
                <a:gd name="T21" fmla="*/ 0 h 888"/>
                <a:gd name="T22" fmla="*/ 248 w 491"/>
                <a:gd name="T23" fmla="*/ 410 h 888"/>
                <a:gd name="T24" fmla="*/ 85 w 491"/>
                <a:gd name="T25" fmla="*/ 282 h 888"/>
                <a:gd name="T26" fmla="*/ 81 w 491"/>
                <a:gd name="T27" fmla="*/ 226 h 888"/>
                <a:gd name="T28" fmla="*/ 248 w 491"/>
                <a:gd name="T29" fmla="*/ 74 h 888"/>
                <a:gd name="T30" fmla="*/ 416 w 491"/>
                <a:gd name="T31" fmla="*/ 242 h 888"/>
                <a:gd name="T32" fmla="*/ 248 w 491"/>
                <a:gd name="T33" fmla="*/ 41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1" h="888">
                  <a:moveTo>
                    <a:pt x="248" y="0"/>
                  </a:moveTo>
                  <a:cubicBezTo>
                    <a:pt x="120" y="0"/>
                    <a:pt x="15" y="100"/>
                    <a:pt x="6" y="226"/>
                  </a:cubicBezTo>
                  <a:cubicBezTo>
                    <a:pt x="6" y="226"/>
                    <a:pt x="1" y="266"/>
                    <a:pt x="0" y="288"/>
                  </a:cubicBezTo>
                  <a:cubicBezTo>
                    <a:pt x="0" y="292"/>
                    <a:pt x="0" y="295"/>
                    <a:pt x="0" y="298"/>
                  </a:cubicBezTo>
                  <a:cubicBezTo>
                    <a:pt x="0" y="532"/>
                    <a:pt x="0" y="821"/>
                    <a:pt x="0" y="846"/>
                  </a:cubicBezTo>
                  <a:cubicBezTo>
                    <a:pt x="1" y="870"/>
                    <a:pt x="20" y="888"/>
                    <a:pt x="43" y="888"/>
                  </a:cubicBezTo>
                  <a:cubicBezTo>
                    <a:pt x="66" y="888"/>
                    <a:pt x="85" y="870"/>
                    <a:pt x="86" y="847"/>
                  </a:cubicBezTo>
                  <a:cubicBezTo>
                    <a:pt x="86" y="826"/>
                    <a:pt x="85" y="615"/>
                    <a:pt x="85" y="421"/>
                  </a:cubicBezTo>
                  <a:cubicBezTo>
                    <a:pt x="128" y="461"/>
                    <a:pt x="186" y="485"/>
                    <a:pt x="248" y="485"/>
                  </a:cubicBezTo>
                  <a:cubicBezTo>
                    <a:pt x="382" y="485"/>
                    <a:pt x="491" y="376"/>
                    <a:pt x="491" y="242"/>
                  </a:cubicBezTo>
                  <a:cubicBezTo>
                    <a:pt x="491" y="108"/>
                    <a:pt x="382" y="0"/>
                    <a:pt x="248" y="0"/>
                  </a:cubicBezTo>
                  <a:close/>
                  <a:moveTo>
                    <a:pt x="248" y="410"/>
                  </a:moveTo>
                  <a:cubicBezTo>
                    <a:pt x="169" y="410"/>
                    <a:pt x="103" y="355"/>
                    <a:pt x="85" y="282"/>
                  </a:cubicBezTo>
                  <a:cubicBezTo>
                    <a:pt x="79" y="250"/>
                    <a:pt x="81" y="226"/>
                    <a:pt x="81" y="226"/>
                  </a:cubicBezTo>
                  <a:cubicBezTo>
                    <a:pt x="90" y="141"/>
                    <a:pt x="161" y="74"/>
                    <a:pt x="248" y="74"/>
                  </a:cubicBezTo>
                  <a:cubicBezTo>
                    <a:pt x="341" y="74"/>
                    <a:pt x="416" y="149"/>
                    <a:pt x="416" y="242"/>
                  </a:cubicBezTo>
                  <a:cubicBezTo>
                    <a:pt x="416" y="335"/>
                    <a:pt x="341" y="410"/>
                    <a:pt x="248" y="410"/>
                  </a:cubicBez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4" name="Freeform 7"/>
            <p:cNvSpPr>
              <a:spLocks noEditPoints="1"/>
            </p:cNvSpPr>
            <p:nvPr/>
          </p:nvSpPr>
          <p:spPr bwMode="auto">
            <a:xfrm>
              <a:off x="4675654" y="1271588"/>
              <a:ext cx="998538" cy="3008313"/>
            </a:xfrm>
            <a:custGeom>
              <a:avLst/>
              <a:gdLst>
                <a:gd name="T0" fmla="*/ 248 w 491"/>
                <a:gd name="T1" fmla="*/ 0 h 1482"/>
                <a:gd name="T2" fmla="*/ 6 w 491"/>
                <a:gd name="T3" fmla="*/ 226 h 1482"/>
                <a:gd name="T4" fmla="*/ 0 w 491"/>
                <a:gd name="T5" fmla="*/ 289 h 1482"/>
                <a:gd name="T6" fmla="*/ 0 w 491"/>
                <a:gd name="T7" fmla="*/ 299 h 1482"/>
                <a:gd name="T8" fmla="*/ 0 w 491"/>
                <a:gd name="T9" fmla="*/ 1440 h 1482"/>
                <a:gd name="T10" fmla="*/ 43 w 491"/>
                <a:gd name="T11" fmla="*/ 1482 h 1482"/>
                <a:gd name="T12" fmla="*/ 86 w 491"/>
                <a:gd name="T13" fmla="*/ 1440 h 1482"/>
                <a:gd name="T14" fmla="*/ 85 w 491"/>
                <a:gd name="T15" fmla="*/ 422 h 1482"/>
                <a:gd name="T16" fmla="*/ 248 w 491"/>
                <a:gd name="T17" fmla="*/ 485 h 1482"/>
                <a:gd name="T18" fmla="*/ 491 w 491"/>
                <a:gd name="T19" fmla="*/ 243 h 1482"/>
                <a:gd name="T20" fmla="*/ 248 w 491"/>
                <a:gd name="T21" fmla="*/ 0 h 1482"/>
                <a:gd name="T22" fmla="*/ 248 w 491"/>
                <a:gd name="T23" fmla="*/ 410 h 1482"/>
                <a:gd name="T24" fmla="*/ 85 w 491"/>
                <a:gd name="T25" fmla="*/ 282 h 1482"/>
                <a:gd name="T26" fmla="*/ 81 w 491"/>
                <a:gd name="T27" fmla="*/ 226 h 1482"/>
                <a:gd name="T28" fmla="*/ 248 w 491"/>
                <a:gd name="T29" fmla="*/ 75 h 1482"/>
                <a:gd name="T30" fmla="*/ 416 w 491"/>
                <a:gd name="T31" fmla="*/ 243 h 1482"/>
                <a:gd name="T32" fmla="*/ 248 w 491"/>
                <a:gd name="T33" fmla="*/ 410 h 1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1" h="1482">
                  <a:moveTo>
                    <a:pt x="248" y="0"/>
                  </a:moveTo>
                  <a:cubicBezTo>
                    <a:pt x="120" y="0"/>
                    <a:pt x="15" y="100"/>
                    <a:pt x="6" y="226"/>
                  </a:cubicBezTo>
                  <a:cubicBezTo>
                    <a:pt x="6" y="226"/>
                    <a:pt x="1" y="266"/>
                    <a:pt x="0" y="289"/>
                  </a:cubicBezTo>
                  <a:cubicBezTo>
                    <a:pt x="0" y="292"/>
                    <a:pt x="0" y="295"/>
                    <a:pt x="0" y="299"/>
                  </a:cubicBezTo>
                  <a:cubicBezTo>
                    <a:pt x="0" y="533"/>
                    <a:pt x="0" y="1414"/>
                    <a:pt x="0" y="1440"/>
                  </a:cubicBezTo>
                  <a:cubicBezTo>
                    <a:pt x="1" y="1463"/>
                    <a:pt x="20" y="1482"/>
                    <a:pt x="43" y="1482"/>
                  </a:cubicBezTo>
                  <a:cubicBezTo>
                    <a:pt x="66" y="1482"/>
                    <a:pt x="85" y="1463"/>
                    <a:pt x="86" y="1440"/>
                  </a:cubicBezTo>
                  <a:cubicBezTo>
                    <a:pt x="86" y="1419"/>
                    <a:pt x="85" y="616"/>
                    <a:pt x="85" y="422"/>
                  </a:cubicBezTo>
                  <a:cubicBezTo>
                    <a:pt x="128" y="461"/>
                    <a:pt x="185" y="485"/>
                    <a:pt x="248" y="485"/>
                  </a:cubicBezTo>
                  <a:cubicBezTo>
                    <a:pt x="382" y="485"/>
                    <a:pt x="491" y="377"/>
                    <a:pt x="491" y="243"/>
                  </a:cubicBezTo>
                  <a:cubicBezTo>
                    <a:pt x="491" y="109"/>
                    <a:pt x="382" y="0"/>
                    <a:pt x="248" y="0"/>
                  </a:cubicBezTo>
                  <a:moveTo>
                    <a:pt x="248" y="410"/>
                  </a:moveTo>
                  <a:cubicBezTo>
                    <a:pt x="169" y="410"/>
                    <a:pt x="103" y="356"/>
                    <a:pt x="85" y="282"/>
                  </a:cubicBezTo>
                  <a:cubicBezTo>
                    <a:pt x="79" y="250"/>
                    <a:pt x="81" y="226"/>
                    <a:pt x="81" y="226"/>
                  </a:cubicBezTo>
                  <a:cubicBezTo>
                    <a:pt x="89" y="141"/>
                    <a:pt x="161" y="75"/>
                    <a:pt x="248" y="75"/>
                  </a:cubicBezTo>
                  <a:cubicBezTo>
                    <a:pt x="341" y="75"/>
                    <a:pt x="416" y="150"/>
                    <a:pt x="416" y="243"/>
                  </a:cubicBezTo>
                  <a:cubicBezTo>
                    <a:pt x="416" y="335"/>
                    <a:pt x="341" y="410"/>
                    <a:pt x="248" y="410"/>
                  </a:cubicBezTo>
                </a:path>
              </a:pathLst>
            </a:custGeom>
            <a:solidFill>
              <a:srgbClr val="00B0F0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5" name="Freeform 8"/>
            <p:cNvSpPr>
              <a:spLocks noEditPoints="1"/>
            </p:cNvSpPr>
            <p:nvPr/>
          </p:nvSpPr>
          <p:spPr bwMode="auto">
            <a:xfrm>
              <a:off x="3305739" y="2473325"/>
              <a:ext cx="996950" cy="1803400"/>
            </a:xfrm>
            <a:custGeom>
              <a:avLst/>
              <a:gdLst>
                <a:gd name="T0" fmla="*/ 0 w 491"/>
                <a:gd name="T1" fmla="*/ 243 h 889"/>
                <a:gd name="T2" fmla="*/ 243 w 491"/>
                <a:gd name="T3" fmla="*/ 485 h 889"/>
                <a:gd name="T4" fmla="*/ 406 w 491"/>
                <a:gd name="T5" fmla="*/ 422 h 889"/>
                <a:gd name="T6" fmla="*/ 406 w 491"/>
                <a:gd name="T7" fmla="*/ 847 h 889"/>
                <a:gd name="T8" fmla="*/ 448 w 491"/>
                <a:gd name="T9" fmla="*/ 889 h 889"/>
                <a:gd name="T10" fmla="*/ 491 w 491"/>
                <a:gd name="T11" fmla="*/ 847 h 889"/>
                <a:gd name="T12" fmla="*/ 491 w 491"/>
                <a:gd name="T13" fmla="*/ 299 h 889"/>
                <a:gd name="T14" fmla="*/ 491 w 491"/>
                <a:gd name="T15" fmla="*/ 289 h 889"/>
                <a:gd name="T16" fmla="*/ 485 w 491"/>
                <a:gd name="T17" fmla="*/ 226 h 889"/>
                <a:gd name="T18" fmla="*/ 243 w 491"/>
                <a:gd name="T19" fmla="*/ 0 h 889"/>
                <a:gd name="T20" fmla="*/ 0 w 491"/>
                <a:gd name="T21" fmla="*/ 243 h 889"/>
                <a:gd name="T22" fmla="*/ 75 w 491"/>
                <a:gd name="T23" fmla="*/ 243 h 889"/>
                <a:gd name="T24" fmla="*/ 243 w 491"/>
                <a:gd name="T25" fmla="*/ 75 h 889"/>
                <a:gd name="T26" fmla="*/ 410 w 491"/>
                <a:gd name="T27" fmla="*/ 226 h 889"/>
                <a:gd name="T28" fmla="*/ 406 w 491"/>
                <a:gd name="T29" fmla="*/ 282 h 889"/>
                <a:gd name="T30" fmla="*/ 243 w 491"/>
                <a:gd name="T31" fmla="*/ 410 h 889"/>
                <a:gd name="T32" fmla="*/ 75 w 491"/>
                <a:gd name="T33" fmla="*/ 243 h 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1" h="889">
                  <a:moveTo>
                    <a:pt x="0" y="243"/>
                  </a:moveTo>
                  <a:cubicBezTo>
                    <a:pt x="0" y="376"/>
                    <a:pt x="109" y="485"/>
                    <a:pt x="243" y="485"/>
                  </a:cubicBezTo>
                  <a:cubicBezTo>
                    <a:pt x="306" y="485"/>
                    <a:pt x="363" y="461"/>
                    <a:pt x="406" y="422"/>
                  </a:cubicBezTo>
                  <a:cubicBezTo>
                    <a:pt x="406" y="616"/>
                    <a:pt x="406" y="826"/>
                    <a:pt x="406" y="847"/>
                  </a:cubicBezTo>
                  <a:cubicBezTo>
                    <a:pt x="406" y="870"/>
                    <a:pt x="425" y="889"/>
                    <a:pt x="448" y="889"/>
                  </a:cubicBezTo>
                  <a:cubicBezTo>
                    <a:pt x="472" y="889"/>
                    <a:pt x="491" y="870"/>
                    <a:pt x="491" y="847"/>
                  </a:cubicBezTo>
                  <a:cubicBezTo>
                    <a:pt x="491" y="821"/>
                    <a:pt x="491" y="533"/>
                    <a:pt x="491" y="299"/>
                  </a:cubicBezTo>
                  <a:cubicBezTo>
                    <a:pt x="491" y="295"/>
                    <a:pt x="491" y="292"/>
                    <a:pt x="491" y="289"/>
                  </a:cubicBezTo>
                  <a:cubicBezTo>
                    <a:pt x="491" y="266"/>
                    <a:pt x="485" y="226"/>
                    <a:pt x="485" y="226"/>
                  </a:cubicBezTo>
                  <a:cubicBezTo>
                    <a:pt x="476" y="100"/>
                    <a:pt x="371" y="0"/>
                    <a:pt x="243" y="0"/>
                  </a:cubicBezTo>
                  <a:cubicBezTo>
                    <a:pt x="109" y="0"/>
                    <a:pt x="0" y="109"/>
                    <a:pt x="0" y="243"/>
                  </a:cubicBezTo>
                  <a:moveTo>
                    <a:pt x="75" y="243"/>
                  </a:moveTo>
                  <a:cubicBezTo>
                    <a:pt x="75" y="150"/>
                    <a:pt x="150" y="75"/>
                    <a:pt x="243" y="75"/>
                  </a:cubicBezTo>
                  <a:cubicBezTo>
                    <a:pt x="330" y="75"/>
                    <a:pt x="402" y="141"/>
                    <a:pt x="410" y="226"/>
                  </a:cubicBezTo>
                  <a:cubicBezTo>
                    <a:pt x="410" y="226"/>
                    <a:pt x="412" y="250"/>
                    <a:pt x="406" y="282"/>
                  </a:cubicBezTo>
                  <a:cubicBezTo>
                    <a:pt x="388" y="356"/>
                    <a:pt x="322" y="410"/>
                    <a:pt x="243" y="410"/>
                  </a:cubicBezTo>
                  <a:cubicBezTo>
                    <a:pt x="150" y="410"/>
                    <a:pt x="75" y="335"/>
                    <a:pt x="75" y="243"/>
                  </a:cubicBezTo>
                </a:path>
              </a:pathLst>
            </a:custGeom>
            <a:solidFill>
              <a:srgbClr val="0070C0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6" name="Freeform 9"/>
            <p:cNvSpPr>
              <a:spLocks noEditPoints="1"/>
            </p:cNvSpPr>
            <p:nvPr/>
          </p:nvSpPr>
          <p:spPr bwMode="auto">
            <a:xfrm>
              <a:off x="3489327" y="1268413"/>
              <a:ext cx="996950" cy="3006725"/>
            </a:xfrm>
            <a:custGeom>
              <a:avLst/>
              <a:gdLst>
                <a:gd name="T0" fmla="*/ 0 w 491"/>
                <a:gd name="T1" fmla="*/ 243 h 1482"/>
                <a:gd name="T2" fmla="*/ 243 w 491"/>
                <a:gd name="T3" fmla="*/ 485 h 1482"/>
                <a:gd name="T4" fmla="*/ 406 w 491"/>
                <a:gd name="T5" fmla="*/ 422 h 1482"/>
                <a:gd name="T6" fmla="*/ 406 w 491"/>
                <a:gd name="T7" fmla="*/ 1440 h 1482"/>
                <a:gd name="T8" fmla="*/ 448 w 491"/>
                <a:gd name="T9" fmla="*/ 1482 h 1482"/>
                <a:gd name="T10" fmla="*/ 491 w 491"/>
                <a:gd name="T11" fmla="*/ 1440 h 1482"/>
                <a:gd name="T12" fmla="*/ 491 w 491"/>
                <a:gd name="T13" fmla="*/ 299 h 1482"/>
                <a:gd name="T14" fmla="*/ 491 w 491"/>
                <a:gd name="T15" fmla="*/ 289 h 1482"/>
                <a:gd name="T16" fmla="*/ 485 w 491"/>
                <a:gd name="T17" fmla="*/ 226 h 1482"/>
                <a:gd name="T18" fmla="*/ 243 w 491"/>
                <a:gd name="T19" fmla="*/ 0 h 1482"/>
                <a:gd name="T20" fmla="*/ 0 w 491"/>
                <a:gd name="T21" fmla="*/ 243 h 1482"/>
                <a:gd name="T22" fmla="*/ 75 w 491"/>
                <a:gd name="T23" fmla="*/ 243 h 1482"/>
                <a:gd name="T24" fmla="*/ 243 w 491"/>
                <a:gd name="T25" fmla="*/ 75 h 1482"/>
                <a:gd name="T26" fmla="*/ 410 w 491"/>
                <a:gd name="T27" fmla="*/ 226 h 1482"/>
                <a:gd name="T28" fmla="*/ 406 w 491"/>
                <a:gd name="T29" fmla="*/ 283 h 1482"/>
                <a:gd name="T30" fmla="*/ 243 w 491"/>
                <a:gd name="T31" fmla="*/ 410 h 1482"/>
                <a:gd name="T32" fmla="*/ 75 w 491"/>
                <a:gd name="T33" fmla="*/ 243 h 1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1" h="1482">
                  <a:moveTo>
                    <a:pt x="0" y="243"/>
                  </a:moveTo>
                  <a:cubicBezTo>
                    <a:pt x="0" y="377"/>
                    <a:pt x="109" y="485"/>
                    <a:pt x="243" y="485"/>
                  </a:cubicBezTo>
                  <a:cubicBezTo>
                    <a:pt x="306" y="485"/>
                    <a:pt x="363" y="461"/>
                    <a:pt x="406" y="422"/>
                  </a:cubicBezTo>
                  <a:cubicBezTo>
                    <a:pt x="406" y="616"/>
                    <a:pt x="406" y="1419"/>
                    <a:pt x="406" y="1440"/>
                  </a:cubicBezTo>
                  <a:cubicBezTo>
                    <a:pt x="406" y="1463"/>
                    <a:pt x="425" y="1482"/>
                    <a:pt x="448" y="1482"/>
                  </a:cubicBezTo>
                  <a:cubicBezTo>
                    <a:pt x="472" y="1482"/>
                    <a:pt x="491" y="1463"/>
                    <a:pt x="491" y="1440"/>
                  </a:cubicBezTo>
                  <a:cubicBezTo>
                    <a:pt x="491" y="1414"/>
                    <a:pt x="491" y="533"/>
                    <a:pt x="491" y="299"/>
                  </a:cubicBezTo>
                  <a:cubicBezTo>
                    <a:pt x="491" y="295"/>
                    <a:pt x="491" y="292"/>
                    <a:pt x="491" y="289"/>
                  </a:cubicBezTo>
                  <a:cubicBezTo>
                    <a:pt x="490" y="266"/>
                    <a:pt x="485" y="226"/>
                    <a:pt x="485" y="226"/>
                  </a:cubicBezTo>
                  <a:cubicBezTo>
                    <a:pt x="476" y="100"/>
                    <a:pt x="371" y="0"/>
                    <a:pt x="243" y="0"/>
                  </a:cubicBezTo>
                  <a:cubicBezTo>
                    <a:pt x="109" y="0"/>
                    <a:pt x="0" y="109"/>
                    <a:pt x="0" y="243"/>
                  </a:cubicBezTo>
                  <a:moveTo>
                    <a:pt x="75" y="243"/>
                  </a:moveTo>
                  <a:cubicBezTo>
                    <a:pt x="75" y="150"/>
                    <a:pt x="150" y="75"/>
                    <a:pt x="243" y="75"/>
                  </a:cubicBezTo>
                  <a:cubicBezTo>
                    <a:pt x="330" y="75"/>
                    <a:pt x="402" y="141"/>
                    <a:pt x="410" y="226"/>
                  </a:cubicBezTo>
                  <a:cubicBezTo>
                    <a:pt x="410" y="226"/>
                    <a:pt x="412" y="250"/>
                    <a:pt x="406" y="283"/>
                  </a:cubicBezTo>
                  <a:cubicBezTo>
                    <a:pt x="388" y="356"/>
                    <a:pt x="322" y="410"/>
                    <a:pt x="243" y="410"/>
                  </a:cubicBezTo>
                  <a:cubicBezTo>
                    <a:pt x="150" y="410"/>
                    <a:pt x="75" y="335"/>
                    <a:pt x="75" y="243"/>
                  </a:cubicBezTo>
                </a:path>
              </a:pathLst>
            </a:custGeom>
            <a:solidFill>
              <a:srgbClr val="00B0F0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7" name="Freeform 10"/>
            <p:cNvSpPr>
              <a:spLocks noEditPoints="1"/>
            </p:cNvSpPr>
            <p:nvPr/>
          </p:nvSpPr>
          <p:spPr bwMode="auto">
            <a:xfrm>
              <a:off x="3489327" y="1265238"/>
              <a:ext cx="996950" cy="1784350"/>
            </a:xfrm>
            <a:custGeom>
              <a:avLst/>
              <a:gdLst>
                <a:gd name="T0" fmla="*/ 406 w 491"/>
                <a:gd name="T1" fmla="*/ 486 h 879"/>
                <a:gd name="T2" fmla="*/ 406 w 491"/>
                <a:gd name="T3" fmla="*/ 879 h 879"/>
                <a:gd name="T4" fmla="*/ 406 w 491"/>
                <a:gd name="T5" fmla="*/ 879 h 879"/>
                <a:gd name="T6" fmla="*/ 406 w 491"/>
                <a:gd name="T7" fmla="*/ 486 h 879"/>
                <a:gd name="T8" fmla="*/ 406 w 491"/>
                <a:gd name="T9" fmla="*/ 486 h 879"/>
                <a:gd name="T10" fmla="*/ 406 w 491"/>
                <a:gd name="T11" fmla="*/ 486 h 879"/>
                <a:gd name="T12" fmla="*/ 406 w 491"/>
                <a:gd name="T13" fmla="*/ 486 h 879"/>
                <a:gd name="T14" fmla="*/ 410 w 491"/>
                <a:gd name="T15" fmla="*/ 228 h 879"/>
                <a:gd name="T16" fmla="*/ 406 w 491"/>
                <a:gd name="T17" fmla="*/ 283 h 879"/>
                <a:gd name="T18" fmla="*/ 243 w 491"/>
                <a:gd name="T19" fmla="*/ 410 h 879"/>
                <a:gd name="T20" fmla="*/ 75 w 491"/>
                <a:gd name="T21" fmla="*/ 243 h 879"/>
                <a:gd name="T22" fmla="*/ 75 w 491"/>
                <a:gd name="T23" fmla="*/ 244 h 879"/>
                <a:gd name="T24" fmla="*/ 243 w 491"/>
                <a:gd name="T25" fmla="*/ 411 h 879"/>
                <a:gd name="T26" fmla="*/ 406 w 491"/>
                <a:gd name="T27" fmla="*/ 284 h 879"/>
                <a:gd name="T28" fmla="*/ 410 w 491"/>
                <a:gd name="T29" fmla="*/ 228 h 879"/>
                <a:gd name="T30" fmla="*/ 243 w 491"/>
                <a:gd name="T31" fmla="*/ 0 h 879"/>
                <a:gd name="T32" fmla="*/ 0 w 491"/>
                <a:gd name="T33" fmla="*/ 243 h 879"/>
                <a:gd name="T34" fmla="*/ 0 w 491"/>
                <a:gd name="T35" fmla="*/ 243 h 879"/>
                <a:gd name="T36" fmla="*/ 243 w 491"/>
                <a:gd name="T37" fmla="*/ 1 h 879"/>
                <a:gd name="T38" fmla="*/ 485 w 491"/>
                <a:gd name="T39" fmla="*/ 227 h 879"/>
                <a:gd name="T40" fmla="*/ 491 w 491"/>
                <a:gd name="T41" fmla="*/ 290 h 879"/>
                <a:gd name="T42" fmla="*/ 491 w 491"/>
                <a:gd name="T43" fmla="*/ 300 h 879"/>
                <a:gd name="T44" fmla="*/ 491 w 491"/>
                <a:gd name="T45" fmla="*/ 299 h 879"/>
                <a:gd name="T46" fmla="*/ 491 w 491"/>
                <a:gd name="T47" fmla="*/ 289 h 879"/>
                <a:gd name="T48" fmla="*/ 486 w 491"/>
                <a:gd name="T49" fmla="*/ 227 h 879"/>
                <a:gd name="T50" fmla="*/ 485 w 491"/>
                <a:gd name="T51" fmla="*/ 227 h 879"/>
                <a:gd name="T52" fmla="*/ 243 w 491"/>
                <a:gd name="T53" fmla="*/ 0 h 8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91" h="879">
                  <a:moveTo>
                    <a:pt x="406" y="486"/>
                  </a:moveTo>
                  <a:cubicBezTo>
                    <a:pt x="406" y="581"/>
                    <a:pt x="406" y="728"/>
                    <a:pt x="406" y="879"/>
                  </a:cubicBezTo>
                  <a:cubicBezTo>
                    <a:pt x="406" y="879"/>
                    <a:pt x="406" y="879"/>
                    <a:pt x="406" y="879"/>
                  </a:cubicBezTo>
                  <a:cubicBezTo>
                    <a:pt x="406" y="728"/>
                    <a:pt x="406" y="581"/>
                    <a:pt x="406" y="486"/>
                  </a:cubicBezTo>
                  <a:moveTo>
                    <a:pt x="406" y="486"/>
                  </a:moveTo>
                  <a:cubicBezTo>
                    <a:pt x="406" y="486"/>
                    <a:pt x="406" y="486"/>
                    <a:pt x="406" y="486"/>
                  </a:cubicBezTo>
                  <a:cubicBezTo>
                    <a:pt x="406" y="486"/>
                    <a:pt x="406" y="486"/>
                    <a:pt x="406" y="486"/>
                  </a:cubicBezTo>
                  <a:moveTo>
                    <a:pt x="410" y="228"/>
                  </a:moveTo>
                  <a:cubicBezTo>
                    <a:pt x="410" y="234"/>
                    <a:pt x="410" y="261"/>
                    <a:pt x="406" y="283"/>
                  </a:cubicBezTo>
                  <a:cubicBezTo>
                    <a:pt x="388" y="356"/>
                    <a:pt x="322" y="410"/>
                    <a:pt x="243" y="410"/>
                  </a:cubicBezTo>
                  <a:cubicBezTo>
                    <a:pt x="150" y="410"/>
                    <a:pt x="75" y="336"/>
                    <a:pt x="75" y="243"/>
                  </a:cubicBezTo>
                  <a:cubicBezTo>
                    <a:pt x="75" y="243"/>
                    <a:pt x="75" y="244"/>
                    <a:pt x="75" y="244"/>
                  </a:cubicBezTo>
                  <a:cubicBezTo>
                    <a:pt x="75" y="336"/>
                    <a:pt x="150" y="411"/>
                    <a:pt x="243" y="411"/>
                  </a:cubicBezTo>
                  <a:cubicBezTo>
                    <a:pt x="322" y="411"/>
                    <a:pt x="388" y="357"/>
                    <a:pt x="406" y="284"/>
                  </a:cubicBezTo>
                  <a:cubicBezTo>
                    <a:pt x="412" y="254"/>
                    <a:pt x="410" y="231"/>
                    <a:pt x="410" y="228"/>
                  </a:cubicBezTo>
                  <a:moveTo>
                    <a:pt x="243" y="0"/>
                  </a:moveTo>
                  <a:cubicBezTo>
                    <a:pt x="109" y="0"/>
                    <a:pt x="0" y="109"/>
                    <a:pt x="0" y="243"/>
                  </a:cubicBezTo>
                  <a:cubicBezTo>
                    <a:pt x="0" y="243"/>
                    <a:pt x="0" y="243"/>
                    <a:pt x="0" y="243"/>
                  </a:cubicBezTo>
                  <a:cubicBezTo>
                    <a:pt x="1" y="109"/>
                    <a:pt x="109" y="1"/>
                    <a:pt x="243" y="1"/>
                  </a:cubicBezTo>
                  <a:cubicBezTo>
                    <a:pt x="371" y="1"/>
                    <a:pt x="476" y="101"/>
                    <a:pt x="485" y="227"/>
                  </a:cubicBezTo>
                  <a:cubicBezTo>
                    <a:pt x="485" y="227"/>
                    <a:pt x="490" y="267"/>
                    <a:pt x="491" y="290"/>
                  </a:cubicBezTo>
                  <a:cubicBezTo>
                    <a:pt x="491" y="293"/>
                    <a:pt x="491" y="296"/>
                    <a:pt x="491" y="300"/>
                  </a:cubicBezTo>
                  <a:cubicBezTo>
                    <a:pt x="491" y="299"/>
                    <a:pt x="491" y="299"/>
                    <a:pt x="491" y="299"/>
                  </a:cubicBezTo>
                  <a:cubicBezTo>
                    <a:pt x="491" y="295"/>
                    <a:pt x="491" y="292"/>
                    <a:pt x="491" y="289"/>
                  </a:cubicBezTo>
                  <a:cubicBezTo>
                    <a:pt x="490" y="267"/>
                    <a:pt x="489" y="246"/>
                    <a:pt x="486" y="227"/>
                  </a:cubicBezTo>
                  <a:cubicBezTo>
                    <a:pt x="485" y="227"/>
                    <a:pt x="485" y="227"/>
                    <a:pt x="485" y="227"/>
                  </a:cubicBezTo>
                  <a:cubicBezTo>
                    <a:pt x="476" y="100"/>
                    <a:pt x="371" y="0"/>
                    <a:pt x="243" y="0"/>
                  </a:cubicBezTo>
                </a:path>
              </a:pathLst>
            </a:custGeom>
            <a:solidFill>
              <a:srgbClr val="727280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8" name="Freeform 11"/>
            <p:cNvSpPr/>
            <p:nvPr/>
          </p:nvSpPr>
          <p:spPr bwMode="auto">
            <a:xfrm>
              <a:off x="4313239" y="3049588"/>
              <a:ext cx="0" cy="1139825"/>
            </a:xfrm>
            <a:custGeom>
              <a:avLst/>
              <a:gdLst>
                <a:gd name="T0" fmla="*/ 0 h 562"/>
                <a:gd name="T1" fmla="*/ 561 h 562"/>
                <a:gd name="T2" fmla="*/ 562 h 562"/>
                <a:gd name="T3" fmla="*/ 0 h 562"/>
                <a:gd name="T4" fmla="*/ 0 h 56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562">
                  <a:moveTo>
                    <a:pt x="0" y="0"/>
                  </a:moveTo>
                  <a:cubicBezTo>
                    <a:pt x="0" y="269"/>
                    <a:pt x="0" y="549"/>
                    <a:pt x="0" y="561"/>
                  </a:cubicBezTo>
                  <a:cubicBezTo>
                    <a:pt x="0" y="561"/>
                    <a:pt x="0" y="562"/>
                    <a:pt x="0" y="562"/>
                  </a:cubicBezTo>
                  <a:cubicBezTo>
                    <a:pt x="0" y="550"/>
                    <a:pt x="0" y="26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B6B6D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9" name="Freeform 12"/>
            <p:cNvSpPr>
              <a:spLocks noEditPoints="1"/>
            </p:cNvSpPr>
            <p:nvPr/>
          </p:nvSpPr>
          <p:spPr bwMode="auto">
            <a:xfrm>
              <a:off x="4313239" y="4187825"/>
              <a:ext cx="173038" cy="17463"/>
            </a:xfrm>
            <a:custGeom>
              <a:avLst/>
              <a:gdLst>
                <a:gd name="T0" fmla="*/ 0 w 85"/>
                <a:gd name="T1" fmla="*/ 5 h 9"/>
                <a:gd name="T2" fmla="*/ 0 w 85"/>
                <a:gd name="T3" fmla="*/ 6 h 9"/>
                <a:gd name="T4" fmla="*/ 0 w 85"/>
                <a:gd name="T5" fmla="*/ 9 h 9"/>
                <a:gd name="T6" fmla="*/ 0 w 85"/>
                <a:gd name="T7" fmla="*/ 9 h 9"/>
                <a:gd name="T8" fmla="*/ 0 w 85"/>
                <a:gd name="T9" fmla="*/ 5 h 9"/>
                <a:gd name="T10" fmla="*/ 85 w 85"/>
                <a:gd name="T11" fmla="*/ 0 h 9"/>
                <a:gd name="T12" fmla="*/ 85 w 85"/>
                <a:gd name="T13" fmla="*/ 1 h 9"/>
                <a:gd name="T14" fmla="*/ 84 w 85"/>
                <a:gd name="T15" fmla="*/ 9 h 9"/>
                <a:gd name="T16" fmla="*/ 84 w 85"/>
                <a:gd name="T17" fmla="*/ 9 h 9"/>
                <a:gd name="T18" fmla="*/ 85 w 85"/>
                <a:gd name="T19" fmla="*/ 2 h 9"/>
                <a:gd name="T20" fmla="*/ 85 w 85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5" h="9">
                  <a:moveTo>
                    <a:pt x="0" y="5"/>
                  </a:moveTo>
                  <a:cubicBezTo>
                    <a:pt x="0" y="5"/>
                    <a:pt x="0" y="6"/>
                    <a:pt x="0" y="6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8"/>
                    <a:pt x="0" y="7"/>
                    <a:pt x="0" y="5"/>
                  </a:cubicBezTo>
                  <a:moveTo>
                    <a:pt x="85" y="0"/>
                  </a:moveTo>
                  <a:cubicBezTo>
                    <a:pt x="85" y="0"/>
                    <a:pt x="85" y="1"/>
                    <a:pt x="85" y="1"/>
                  </a:cubicBezTo>
                  <a:cubicBezTo>
                    <a:pt x="85" y="3"/>
                    <a:pt x="85" y="6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5" y="6"/>
                    <a:pt x="85" y="4"/>
                    <a:pt x="85" y="2"/>
                  </a:cubicBezTo>
                  <a:cubicBezTo>
                    <a:pt x="85" y="2"/>
                    <a:pt x="85" y="1"/>
                    <a:pt x="85" y="0"/>
                  </a:cubicBezTo>
                </a:path>
              </a:pathLst>
            </a:custGeom>
            <a:solidFill>
              <a:srgbClr val="727280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0" name="Freeform 15"/>
            <p:cNvSpPr/>
            <p:nvPr/>
          </p:nvSpPr>
          <p:spPr bwMode="auto">
            <a:xfrm>
              <a:off x="4313239" y="4189413"/>
              <a:ext cx="0" cy="11113"/>
            </a:xfrm>
            <a:custGeom>
              <a:avLst/>
              <a:gdLst>
                <a:gd name="T0" fmla="*/ 0 h 5"/>
                <a:gd name="T1" fmla="*/ 1 h 5"/>
                <a:gd name="T2" fmla="*/ 5 h 5"/>
                <a:gd name="T3" fmla="*/ 4 h 5"/>
                <a:gd name="T4" fmla="*/ 0 h 5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5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0" y="3"/>
                    <a:pt x="0" y="1"/>
                    <a:pt x="0" y="0"/>
                  </a:cubicBezTo>
                </a:path>
              </a:pathLst>
            </a:custGeom>
            <a:solidFill>
              <a:srgbClr val="B6B6D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1" name="Freeform 17"/>
            <p:cNvSpPr>
              <a:spLocks noEditPoints="1"/>
            </p:cNvSpPr>
            <p:nvPr/>
          </p:nvSpPr>
          <p:spPr bwMode="auto">
            <a:xfrm>
              <a:off x="3663952" y="0"/>
              <a:ext cx="996950" cy="4287838"/>
            </a:xfrm>
            <a:custGeom>
              <a:avLst/>
              <a:gdLst>
                <a:gd name="T0" fmla="*/ 0 w 491"/>
                <a:gd name="T1" fmla="*/ 242 h 2113"/>
                <a:gd name="T2" fmla="*/ 243 w 491"/>
                <a:gd name="T3" fmla="*/ 485 h 2113"/>
                <a:gd name="T4" fmla="*/ 406 w 491"/>
                <a:gd name="T5" fmla="*/ 422 h 2113"/>
                <a:gd name="T6" fmla="*/ 405 w 491"/>
                <a:gd name="T7" fmla="*/ 2071 h 2113"/>
                <a:gd name="T8" fmla="*/ 448 w 491"/>
                <a:gd name="T9" fmla="*/ 2113 h 2113"/>
                <a:gd name="T10" fmla="*/ 491 w 491"/>
                <a:gd name="T11" fmla="*/ 2071 h 2113"/>
                <a:gd name="T12" fmla="*/ 491 w 491"/>
                <a:gd name="T13" fmla="*/ 298 h 2113"/>
                <a:gd name="T14" fmla="*/ 491 w 491"/>
                <a:gd name="T15" fmla="*/ 288 h 2113"/>
                <a:gd name="T16" fmla="*/ 484 w 491"/>
                <a:gd name="T17" fmla="*/ 226 h 2113"/>
                <a:gd name="T18" fmla="*/ 243 w 491"/>
                <a:gd name="T19" fmla="*/ 0 h 2113"/>
                <a:gd name="T20" fmla="*/ 0 w 491"/>
                <a:gd name="T21" fmla="*/ 242 h 2113"/>
                <a:gd name="T22" fmla="*/ 75 w 491"/>
                <a:gd name="T23" fmla="*/ 242 h 2113"/>
                <a:gd name="T24" fmla="*/ 243 w 491"/>
                <a:gd name="T25" fmla="*/ 75 h 2113"/>
                <a:gd name="T26" fmla="*/ 410 w 491"/>
                <a:gd name="T27" fmla="*/ 226 h 2113"/>
                <a:gd name="T28" fmla="*/ 406 w 491"/>
                <a:gd name="T29" fmla="*/ 282 h 2113"/>
                <a:gd name="T30" fmla="*/ 243 w 491"/>
                <a:gd name="T31" fmla="*/ 410 h 2113"/>
                <a:gd name="T32" fmla="*/ 75 w 491"/>
                <a:gd name="T33" fmla="*/ 242 h 2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1" h="2113">
                  <a:moveTo>
                    <a:pt x="0" y="242"/>
                  </a:moveTo>
                  <a:cubicBezTo>
                    <a:pt x="0" y="376"/>
                    <a:pt x="109" y="485"/>
                    <a:pt x="243" y="485"/>
                  </a:cubicBezTo>
                  <a:cubicBezTo>
                    <a:pt x="305" y="485"/>
                    <a:pt x="363" y="461"/>
                    <a:pt x="406" y="422"/>
                  </a:cubicBezTo>
                  <a:cubicBezTo>
                    <a:pt x="406" y="616"/>
                    <a:pt x="405" y="2050"/>
                    <a:pt x="405" y="2071"/>
                  </a:cubicBezTo>
                  <a:cubicBezTo>
                    <a:pt x="406" y="2094"/>
                    <a:pt x="425" y="2113"/>
                    <a:pt x="448" y="2113"/>
                  </a:cubicBezTo>
                  <a:cubicBezTo>
                    <a:pt x="471" y="2113"/>
                    <a:pt x="490" y="2094"/>
                    <a:pt x="491" y="2071"/>
                  </a:cubicBezTo>
                  <a:cubicBezTo>
                    <a:pt x="491" y="2045"/>
                    <a:pt x="491" y="533"/>
                    <a:pt x="491" y="298"/>
                  </a:cubicBezTo>
                  <a:cubicBezTo>
                    <a:pt x="491" y="295"/>
                    <a:pt x="491" y="292"/>
                    <a:pt x="491" y="288"/>
                  </a:cubicBezTo>
                  <a:cubicBezTo>
                    <a:pt x="490" y="266"/>
                    <a:pt x="484" y="226"/>
                    <a:pt x="484" y="226"/>
                  </a:cubicBezTo>
                  <a:cubicBezTo>
                    <a:pt x="476" y="100"/>
                    <a:pt x="371" y="0"/>
                    <a:pt x="243" y="0"/>
                  </a:cubicBezTo>
                  <a:cubicBezTo>
                    <a:pt x="109" y="0"/>
                    <a:pt x="0" y="108"/>
                    <a:pt x="0" y="242"/>
                  </a:cubicBezTo>
                  <a:close/>
                  <a:moveTo>
                    <a:pt x="75" y="242"/>
                  </a:moveTo>
                  <a:cubicBezTo>
                    <a:pt x="75" y="150"/>
                    <a:pt x="150" y="75"/>
                    <a:pt x="243" y="75"/>
                  </a:cubicBezTo>
                  <a:cubicBezTo>
                    <a:pt x="330" y="75"/>
                    <a:pt x="401" y="141"/>
                    <a:pt x="410" y="226"/>
                  </a:cubicBezTo>
                  <a:cubicBezTo>
                    <a:pt x="410" y="226"/>
                    <a:pt x="412" y="250"/>
                    <a:pt x="406" y="282"/>
                  </a:cubicBezTo>
                  <a:cubicBezTo>
                    <a:pt x="388" y="356"/>
                    <a:pt x="321" y="410"/>
                    <a:pt x="243" y="410"/>
                  </a:cubicBezTo>
                  <a:cubicBezTo>
                    <a:pt x="150" y="410"/>
                    <a:pt x="75" y="335"/>
                    <a:pt x="75" y="242"/>
                  </a:cubicBez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12" name="Group 17"/>
          <p:cNvGrpSpPr/>
          <p:nvPr/>
        </p:nvGrpSpPr>
        <p:grpSpPr>
          <a:xfrm>
            <a:off x="1096831" y="1935117"/>
            <a:ext cx="264877" cy="263683"/>
            <a:chOff x="1839913" y="1474788"/>
            <a:chExt cx="358775" cy="358775"/>
          </a:xfrm>
          <a:solidFill>
            <a:srgbClr val="0070C0"/>
          </a:solidFill>
        </p:grpSpPr>
        <p:sp>
          <p:nvSpPr>
            <p:cNvPr id="13" name="Freeform 12"/>
            <p:cNvSpPr/>
            <p:nvPr/>
          </p:nvSpPr>
          <p:spPr bwMode="auto">
            <a:xfrm>
              <a:off x="1930400" y="1565276"/>
              <a:ext cx="138112" cy="136525"/>
            </a:xfrm>
            <a:custGeom>
              <a:avLst/>
              <a:gdLst>
                <a:gd name="T0" fmla="*/ 58 w 87"/>
                <a:gd name="T1" fmla="*/ 0 h 86"/>
                <a:gd name="T2" fmla="*/ 29 w 87"/>
                <a:gd name="T3" fmla="*/ 0 h 86"/>
                <a:gd name="T4" fmla="*/ 29 w 87"/>
                <a:gd name="T5" fmla="*/ 29 h 86"/>
                <a:gd name="T6" fmla="*/ 0 w 87"/>
                <a:gd name="T7" fmla="*/ 29 h 86"/>
                <a:gd name="T8" fmla="*/ 0 w 87"/>
                <a:gd name="T9" fmla="*/ 58 h 86"/>
                <a:gd name="T10" fmla="*/ 29 w 87"/>
                <a:gd name="T11" fmla="*/ 58 h 86"/>
                <a:gd name="T12" fmla="*/ 29 w 87"/>
                <a:gd name="T13" fmla="*/ 86 h 86"/>
                <a:gd name="T14" fmla="*/ 58 w 87"/>
                <a:gd name="T15" fmla="*/ 86 h 86"/>
                <a:gd name="T16" fmla="*/ 58 w 87"/>
                <a:gd name="T17" fmla="*/ 58 h 86"/>
                <a:gd name="T18" fmla="*/ 87 w 87"/>
                <a:gd name="T19" fmla="*/ 58 h 86"/>
                <a:gd name="T20" fmla="*/ 87 w 87"/>
                <a:gd name="T21" fmla="*/ 29 h 86"/>
                <a:gd name="T22" fmla="*/ 58 w 87"/>
                <a:gd name="T23" fmla="*/ 29 h 86"/>
                <a:gd name="T24" fmla="*/ 58 w 87"/>
                <a:gd name="T25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86">
                  <a:moveTo>
                    <a:pt x="58" y="0"/>
                  </a:moveTo>
                  <a:lnTo>
                    <a:pt x="29" y="0"/>
                  </a:lnTo>
                  <a:lnTo>
                    <a:pt x="29" y="29"/>
                  </a:lnTo>
                  <a:lnTo>
                    <a:pt x="0" y="29"/>
                  </a:lnTo>
                  <a:lnTo>
                    <a:pt x="0" y="58"/>
                  </a:lnTo>
                  <a:lnTo>
                    <a:pt x="29" y="58"/>
                  </a:lnTo>
                  <a:lnTo>
                    <a:pt x="29" y="86"/>
                  </a:lnTo>
                  <a:lnTo>
                    <a:pt x="58" y="86"/>
                  </a:lnTo>
                  <a:lnTo>
                    <a:pt x="58" y="58"/>
                  </a:lnTo>
                  <a:lnTo>
                    <a:pt x="87" y="58"/>
                  </a:lnTo>
                  <a:lnTo>
                    <a:pt x="87" y="29"/>
                  </a:lnTo>
                  <a:lnTo>
                    <a:pt x="58" y="29"/>
                  </a:lnTo>
                  <a:lnTo>
                    <a:pt x="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/>
          </p:nvSpPr>
          <p:spPr bwMode="auto">
            <a:xfrm>
              <a:off x="1839913" y="1474788"/>
              <a:ext cx="358775" cy="358775"/>
            </a:xfrm>
            <a:custGeom>
              <a:avLst/>
              <a:gdLst>
                <a:gd name="T0" fmla="*/ 62 w 63"/>
                <a:gd name="T1" fmla="*/ 54 h 63"/>
                <a:gd name="T2" fmla="*/ 51 w 63"/>
                <a:gd name="T3" fmla="*/ 43 h 63"/>
                <a:gd name="T4" fmla="*/ 56 w 63"/>
                <a:gd name="T5" fmla="*/ 28 h 63"/>
                <a:gd name="T6" fmla="*/ 28 w 63"/>
                <a:gd name="T7" fmla="*/ 0 h 63"/>
                <a:gd name="T8" fmla="*/ 0 w 63"/>
                <a:gd name="T9" fmla="*/ 28 h 63"/>
                <a:gd name="T10" fmla="*/ 28 w 63"/>
                <a:gd name="T11" fmla="*/ 56 h 63"/>
                <a:gd name="T12" fmla="*/ 43 w 63"/>
                <a:gd name="T13" fmla="*/ 52 h 63"/>
                <a:gd name="T14" fmla="*/ 54 w 63"/>
                <a:gd name="T15" fmla="*/ 63 h 63"/>
                <a:gd name="T16" fmla="*/ 57 w 63"/>
                <a:gd name="T17" fmla="*/ 63 h 63"/>
                <a:gd name="T18" fmla="*/ 62 w 63"/>
                <a:gd name="T19" fmla="*/ 57 h 63"/>
                <a:gd name="T20" fmla="*/ 62 w 63"/>
                <a:gd name="T21" fmla="*/ 54 h 63"/>
                <a:gd name="T22" fmla="*/ 28 w 63"/>
                <a:gd name="T23" fmla="*/ 48 h 63"/>
                <a:gd name="T24" fmla="*/ 8 w 63"/>
                <a:gd name="T25" fmla="*/ 28 h 63"/>
                <a:gd name="T26" fmla="*/ 28 w 63"/>
                <a:gd name="T27" fmla="*/ 8 h 63"/>
                <a:gd name="T28" fmla="*/ 48 w 63"/>
                <a:gd name="T29" fmla="*/ 28 h 63"/>
                <a:gd name="T30" fmla="*/ 28 w 63"/>
                <a:gd name="T31" fmla="*/ 48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" h="63">
                  <a:moveTo>
                    <a:pt x="62" y="54"/>
                  </a:moveTo>
                  <a:cubicBezTo>
                    <a:pt x="51" y="43"/>
                    <a:pt x="51" y="43"/>
                    <a:pt x="51" y="43"/>
                  </a:cubicBezTo>
                  <a:cubicBezTo>
                    <a:pt x="54" y="39"/>
                    <a:pt x="56" y="34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ubicBezTo>
                    <a:pt x="12" y="0"/>
                    <a:pt x="0" y="13"/>
                    <a:pt x="0" y="28"/>
                  </a:cubicBezTo>
                  <a:cubicBezTo>
                    <a:pt x="0" y="43"/>
                    <a:pt x="12" y="56"/>
                    <a:pt x="28" y="56"/>
                  </a:cubicBezTo>
                  <a:cubicBezTo>
                    <a:pt x="33" y="56"/>
                    <a:pt x="39" y="54"/>
                    <a:pt x="43" y="52"/>
                  </a:cubicBezTo>
                  <a:cubicBezTo>
                    <a:pt x="54" y="63"/>
                    <a:pt x="54" y="63"/>
                    <a:pt x="54" y="63"/>
                  </a:cubicBezTo>
                  <a:cubicBezTo>
                    <a:pt x="55" y="63"/>
                    <a:pt x="56" y="63"/>
                    <a:pt x="57" y="63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3" y="56"/>
                    <a:pt x="63" y="55"/>
                    <a:pt x="62" y="54"/>
                  </a:cubicBezTo>
                  <a:close/>
                  <a:moveTo>
                    <a:pt x="28" y="48"/>
                  </a:move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15" name="Group 20"/>
          <p:cNvGrpSpPr/>
          <p:nvPr/>
        </p:nvGrpSpPr>
        <p:grpSpPr>
          <a:xfrm>
            <a:off x="2218404" y="2053346"/>
            <a:ext cx="366875" cy="365221"/>
            <a:chOff x="3275013" y="2108200"/>
            <a:chExt cx="376238" cy="376238"/>
          </a:xfrm>
          <a:solidFill>
            <a:srgbClr val="00B0F0"/>
          </a:solidFill>
        </p:grpSpPr>
        <p:sp>
          <p:nvSpPr>
            <p:cNvPr id="16" name="Freeform 58"/>
            <p:cNvSpPr/>
            <p:nvPr/>
          </p:nvSpPr>
          <p:spPr bwMode="auto">
            <a:xfrm>
              <a:off x="3333750" y="2149475"/>
              <a:ext cx="41275" cy="41275"/>
            </a:xfrm>
            <a:custGeom>
              <a:avLst/>
              <a:gdLst>
                <a:gd name="T0" fmla="*/ 6 w 7"/>
                <a:gd name="T1" fmla="*/ 4 h 7"/>
                <a:gd name="T2" fmla="*/ 4 w 7"/>
                <a:gd name="T3" fmla="*/ 1 h 7"/>
                <a:gd name="T4" fmla="*/ 1 w 7"/>
                <a:gd name="T5" fmla="*/ 1 h 7"/>
                <a:gd name="T6" fmla="*/ 1 w 7"/>
                <a:gd name="T7" fmla="*/ 4 h 7"/>
                <a:gd name="T8" fmla="*/ 4 w 7"/>
                <a:gd name="T9" fmla="*/ 7 h 7"/>
                <a:gd name="T10" fmla="*/ 6 w 7"/>
                <a:gd name="T11" fmla="*/ 7 h 7"/>
                <a:gd name="T12" fmla="*/ 6 w 7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7">
                  <a:moveTo>
                    <a:pt x="6" y="4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6" y="7"/>
                    <a:pt x="6" y="7"/>
                  </a:cubicBezTo>
                  <a:cubicBezTo>
                    <a:pt x="7" y="6"/>
                    <a:pt x="7" y="5"/>
                    <a:pt x="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7" name="Freeform 59"/>
            <p:cNvSpPr/>
            <p:nvPr/>
          </p:nvSpPr>
          <p:spPr bwMode="auto">
            <a:xfrm>
              <a:off x="3275013" y="2273300"/>
              <a:ext cx="47625" cy="22225"/>
            </a:xfrm>
            <a:custGeom>
              <a:avLst/>
              <a:gdLst>
                <a:gd name="T0" fmla="*/ 6 w 8"/>
                <a:gd name="T1" fmla="*/ 0 h 4"/>
                <a:gd name="T2" fmla="*/ 2 w 8"/>
                <a:gd name="T3" fmla="*/ 0 h 4"/>
                <a:gd name="T4" fmla="*/ 0 w 8"/>
                <a:gd name="T5" fmla="*/ 2 h 4"/>
                <a:gd name="T6" fmla="*/ 2 w 8"/>
                <a:gd name="T7" fmla="*/ 4 h 4"/>
                <a:gd name="T8" fmla="*/ 6 w 8"/>
                <a:gd name="T9" fmla="*/ 4 h 4"/>
                <a:gd name="T10" fmla="*/ 8 w 8"/>
                <a:gd name="T11" fmla="*/ 2 h 4"/>
                <a:gd name="T12" fmla="*/ 6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8" y="3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8" name="Freeform 60"/>
            <p:cNvSpPr/>
            <p:nvPr/>
          </p:nvSpPr>
          <p:spPr bwMode="auto">
            <a:xfrm>
              <a:off x="3605213" y="2295525"/>
              <a:ext cx="46038" cy="23813"/>
            </a:xfrm>
            <a:custGeom>
              <a:avLst/>
              <a:gdLst>
                <a:gd name="T0" fmla="*/ 6 w 8"/>
                <a:gd name="T1" fmla="*/ 0 h 4"/>
                <a:gd name="T2" fmla="*/ 2 w 8"/>
                <a:gd name="T3" fmla="*/ 0 h 4"/>
                <a:gd name="T4" fmla="*/ 0 w 8"/>
                <a:gd name="T5" fmla="*/ 2 h 4"/>
                <a:gd name="T6" fmla="*/ 2 w 8"/>
                <a:gd name="T7" fmla="*/ 4 h 4"/>
                <a:gd name="T8" fmla="*/ 6 w 8"/>
                <a:gd name="T9" fmla="*/ 4 h 4"/>
                <a:gd name="T10" fmla="*/ 8 w 8"/>
                <a:gd name="T11" fmla="*/ 2 h 4"/>
                <a:gd name="T12" fmla="*/ 6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8" y="3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19" name="Freeform 61"/>
            <p:cNvSpPr/>
            <p:nvPr/>
          </p:nvSpPr>
          <p:spPr bwMode="auto">
            <a:xfrm>
              <a:off x="3568700" y="2166938"/>
              <a:ext cx="41275" cy="41275"/>
            </a:xfrm>
            <a:custGeom>
              <a:avLst/>
              <a:gdLst>
                <a:gd name="T0" fmla="*/ 6 w 7"/>
                <a:gd name="T1" fmla="*/ 1 h 7"/>
                <a:gd name="T2" fmla="*/ 3 w 7"/>
                <a:gd name="T3" fmla="*/ 1 h 7"/>
                <a:gd name="T4" fmla="*/ 0 w 7"/>
                <a:gd name="T5" fmla="*/ 4 h 7"/>
                <a:gd name="T6" fmla="*/ 0 w 7"/>
                <a:gd name="T7" fmla="*/ 6 h 7"/>
                <a:gd name="T8" fmla="*/ 3 w 7"/>
                <a:gd name="T9" fmla="*/ 6 h 7"/>
                <a:gd name="T10" fmla="*/ 6 w 7"/>
                <a:gd name="T11" fmla="*/ 4 h 7"/>
                <a:gd name="T12" fmla="*/ 6 w 7"/>
                <a:gd name="T13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7">
                  <a:moveTo>
                    <a:pt x="6" y="1"/>
                  </a:moveTo>
                  <a:cubicBezTo>
                    <a:pt x="5" y="0"/>
                    <a:pt x="4" y="0"/>
                    <a:pt x="3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6"/>
                    <a:pt x="0" y="6"/>
                  </a:cubicBezTo>
                  <a:cubicBezTo>
                    <a:pt x="1" y="7"/>
                    <a:pt x="2" y="7"/>
                    <a:pt x="3" y="6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3"/>
                    <a:pt x="7" y="2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0" name="Freeform 62"/>
            <p:cNvSpPr/>
            <p:nvPr/>
          </p:nvSpPr>
          <p:spPr bwMode="auto">
            <a:xfrm>
              <a:off x="3463925" y="2108200"/>
              <a:ext cx="23813" cy="47625"/>
            </a:xfrm>
            <a:custGeom>
              <a:avLst/>
              <a:gdLst>
                <a:gd name="T0" fmla="*/ 2 w 4"/>
                <a:gd name="T1" fmla="*/ 8 h 8"/>
                <a:gd name="T2" fmla="*/ 3 w 4"/>
                <a:gd name="T3" fmla="*/ 7 h 8"/>
                <a:gd name="T4" fmla="*/ 4 w 4"/>
                <a:gd name="T5" fmla="*/ 6 h 8"/>
                <a:gd name="T6" fmla="*/ 4 w 4"/>
                <a:gd name="T7" fmla="*/ 2 h 8"/>
                <a:gd name="T8" fmla="*/ 2 w 4"/>
                <a:gd name="T9" fmla="*/ 0 h 8"/>
                <a:gd name="T10" fmla="*/ 0 w 4"/>
                <a:gd name="T11" fmla="*/ 1 h 8"/>
                <a:gd name="T12" fmla="*/ 0 w 4"/>
                <a:gd name="T13" fmla="*/ 2 h 8"/>
                <a:gd name="T14" fmla="*/ 0 w 4"/>
                <a:gd name="T15" fmla="*/ 6 h 8"/>
                <a:gd name="T16" fmla="*/ 2 w 4"/>
                <a:gd name="T1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8">
                  <a:moveTo>
                    <a:pt x="2" y="8"/>
                  </a:moveTo>
                  <a:cubicBezTo>
                    <a:pt x="3" y="8"/>
                    <a:pt x="3" y="8"/>
                    <a:pt x="3" y="7"/>
                  </a:cubicBezTo>
                  <a:cubicBezTo>
                    <a:pt x="4" y="7"/>
                    <a:pt x="4" y="7"/>
                    <a:pt x="4" y="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1" name="Freeform 63"/>
            <p:cNvSpPr>
              <a:spLocks noEditPoints="1"/>
            </p:cNvSpPr>
            <p:nvPr/>
          </p:nvSpPr>
          <p:spPr bwMode="auto">
            <a:xfrm>
              <a:off x="3368675" y="2201863"/>
              <a:ext cx="188913" cy="211138"/>
            </a:xfrm>
            <a:custGeom>
              <a:avLst/>
              <a:gdLst>
                <a:gd name="T0" fmla="*/ 16 w 32"/>
                <a:gd name="T1" fmla="*/ 0 h 36"/>
                <a:gd name="T2" fmla="*/ 0 w 32"/>
                <a:gd name="T3" fmla="*/ 16 h 36"/>
                <a:gd name="T4" fmla="*/ 8 w 32"/>
                <a:gd name="T5" fmla="*/ 30 h 36"/>
                <a:gd name="T6" fmla="*/ 8 w 32"/>
                <a:gd name="T7" fmla="*/ 36 h 36"/>
                <a:gd name="T8" fmla="*/ 24 w 32"/>
                <a:gd name="T9" fmla="*/ 36 h 36"/>
                <a:gd name="T10" fmla="*/ 24 w 32"/>
                <a:gd name="T11" fmla="*/ 30 h 36"/>
                <a:gd name="T12" fmla="*/ 32 w 32"/>
                <a:gd name="T13" fmla="*/ 16 h 36"/>
                <a:gd name="T14" fmla="*/ 16 w 32"/>
                <a:gd name="T15" fmla="*/ 0 h 36"/>
                <a:gd name="T16" fmla="*/ 22 w 32"/>
                <a:gd name="T17" fmla="*/ 26 h 36"/>
                <a:gd name="T18" fmla="*/ 20 w 32"/>
                <a:gd name="T19" fmla="*/ 27 h 36"/>
                <a:gd name="T20" fmla="*/ 20 w 32"/>
                <a:gd name="T21" fmla="*/ 30 h 36"/>
                <a:gd name="T22" fmla="*/ 20 w 32"/>
                <a:gd name="T23" fmla="*/ 32 h 36"/>
                <a:gd name="T24" fmla="*/ 12 w 32"/>
                <a:gd name="T25" fmla="*/ 32 h 36"/>
                <a:gd name="T26" fmla="*/ 12 w 32"/>
                <a:gd name="T27" fmla="*/ 30 h 36"/>
                <a:gd name="T28" fmla="*/ 12 w 32"/>
                <a:gd name="T29" fmla="*/ 27 h 36"/>
                <a:gd name="T30" fmla="*/ 10 w 32"/>
                <a:gd name="T31" fmla="*/ 26 h 36"/>
                <a:gd name="T32" fmla="*/ 4 w 32"/>
                <a:gd name="T33" fmla="*/ 16 h 36"/>
                <a:gd name="T34" fmla="*/ 16 w 32"/>
                <a:gd name="T35" fmla="*/ 4 h 36"/>
                <a:gd name="T36" fmla="*/ 28 w 32"/>
                <a:gd name="T37" fmla="*/ 16 h 36"/>
                <a:gd name="T38" fmla="*/ 22 w 32"/>
                <a:gd name="T39" fmla="*/ 2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" h="36">
                  <a:moveTo>
                    <a:pt x="16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22"/>
                    <a:pt x="3" y="27"/>
                    <a:pt x="8" y="30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9" y="27"/>
                    <a:pt x="32" y="22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lose/>
                  <a:moveTo>
                    <a:pt x="22" y="26"/>
                  </a:moveTo>
                  <a:cubicBezTo>
                    <a:pt x="20" y="27"/>
                    <a:pt x="20" y="27"/>
                    <a:pt x="20" y="27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6" y="24"/>
                    <a:pt x="4" y="20"/>
                    <a:pt x="4" y="16"/>
                  </a:cubicBezTo>
                  <a:cubicBezTo>
                    <a:pt x="4" y="9"/>
                    <a:pt x="9" y="4"/>
                    <a:pt x="16" y="4"/>
                  </a:cubicBezTo>
                  <a:cubicBezTo>
                    <a:pt x="23" y="4"/>
                    <a:pt x="28" y="9"/>
                    <a:pt x="28" y="16"/>
                  </a:cubicBezTo>
                  <a:cubicBezTo>
                    <a:pt x="28" y="20"/>
                    <a:pt x="26" y="24"/>
                    <a:pt x="22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2" name="Freeform 64"/>
            <p:cNvSpPr/>
            <p:nvPr/>
          </p:nvSpPr>
          <p:spPr bwMode="auto">
            <a:xfrm>
              <a:off x="3416300" y="2436813"/>
              <a:ext cx="93663" cy="47625"/>
            </a:xfrm>
            <a:custGeom>
              <a:avLst/>
              <a:gdLst>
                <a:gd name="T0" fmla="*/ 0 w 16"/>
                <a:gd name="T1" fmla="*/ 4 h 8"/>
                <a:gd name="T2" fmla="*/ 4 w 16"/>
                <a:gd name="T3" fmla="*/ 4 h 8"/>
                <a:gd name="T4" fmla="*/ 4 w 16"/>
                <a:gd name="T5" fmla="*/ 4 h 8"/>
                <a:gd name="T6" fmla="*/ 8 w 16"/>
                <a:gd name="T7" fmla="*/ 8 h 8"/>
                <a:gd name="T8" fmla="*/ 12 w 16"/>
                <a:gd name="T9" fmla="*/ 4 h 8"/>
                <a:gd name="T10" fmla="*/ 12 w 16"/>
                <a:gd name="T11" fmla="*/ 4 h 8"/>
                <a:gd name="T12" fmla="*/ 16 w 16"/>
                <a:gd name="T13" fmla="*/ 4 h 8"/>
                <a:gd name="T14" fmla="*/ 16 w 16"/>
                <a:gd name="T15" fmla="*/ 0 h 8"/>
                <a:gd name="T16" fmla="*/ 0 w 16"/>
                <a:gd name="T17" fmla="*/ 0 h 8"/>
                <a:gd name="T18" fmla="*/ 0 w 16"/>
                <a:gd name="T1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8">
                  <a:moveTo>
                    <a:pt x="0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6" y="8"/>
                    <a:pt x="8" y="8"/>
                  </a:cubicBezTo>
                  <a:cubicBezTo>
                    <a:pt x="10" y="8"/>
                    <a:pt x="12" y="6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3" name="Group 28"/>
          <p:cNvGrpSpPr/>
          <p:nvPr/>
        </p:nvGrpSpPr>
        <p:grpSpPr>
          <a:xfrm>
            <a:off x="3524816" y="2242964"/>
            <a:ext cx="277769" cy="276518"/>
            <a:chOff x="2522538" y="2108200"/>
            <a:chExt cx="376238" cy="376238"/>
          </a:xfrm>
          <a:solidFill>
            <a:srgbClr val="0070C0"/>
          </a:solidFill>
        </p:grpSpPr>
        <p:sp>
          <p:nvSpPr>
            <p:cNvPr id="24" name="Freeform 54"/>
            <p:cNvSpPr/>
            <p:nvPr/>
          </p:nvSpPr>
          <p:spPr bwMode="auto">
            <a:xfrm>
              <a:off x="2522538" y="2319338"/>
              <a:ext cx="163513" cy="71438"/>
            </a:xfrm>
            <a:custGeom>
              <a:avLst/>
              <a:gdLst>
                <a:gd name="T0" fmla="*/ 3 w 28"/>
                <a:gd name="T1" fmla="*/ 10 h 12"/>
                <a:gd name="T2" fmla="*/ 10 w 28"/>
                <a:gd name="T3" fmla="*/ 12 h 12"/>
                <a:gd name="T4" fmla="*/ 28 w 28"/>
                <a:gd name="T5" fmla="*/ 8 h 12"/>
                <a:gd name="T6" fmla="*/ 5 w 28"/>
                <a:gd name="T7" fmla="*/ 1 h 12"/>
                <a:gd name="T8" fmla="*/ 2 w 28"/>
                <a:gd name="T9" fmla="*/ 1 h 12"/>
                <a:gd name="T10" fmla="*/ 0 w 28"/>
                <a:gd name="T11" fmla="*/ 5 h 12"/>
                <a:gd name="T12" fmla="*/ 0 w 28"/>
                <a:gd name="T13" fmla="*/ 6 h 12"/>
                <a:gd name="T14" fmla="*/ 3 w 28"/>
                <a:gd name="T15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12">
                  <a:moveTo>
                    <a:pt x="3" y="10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3" y="1"/>
                    <a:pt x="2" y="1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8"/>
                    <a:pt x="1" y="9"/>
                    <a:pt x="3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5" name="Freeform 55"/>
            <p:cNvSpPr/>
            <p:nvPr/>
          </p:nvSpPr>
          <p:spPr bwMode="auto">
            <a:xfrm>
              <a:off x="2774950" y="2425700"/>
              <a:ext cx="123825" cy="58738"/>
            </a:xfrm>
            <a:custGeom>
              <a:avLst/>
              <a:gdLst>
                <a:gd name="T0" fmla="*/ 18 w 21"/>
                <a:gd name="T1" fmla="*/ 0 h 10"/>
                <a:gd name="T2" fmla="*/ 18 w 21"/>
                <a:gd name="T3" fmla="*/ 0 h 10"/>
                <a:gd name="T4" fmla="*/ 0 w 21"/>
                <a:gd name="T5" fmla="*/ 5 h 10"/>
                <a:gd name="T6" fmla="*/ 16 w 21"/>
                <a:gd name="T7" fmla="*/ 10 h 10"/>
                <a:gd name="T8" fmla="*/ 19 w 21"/>
                <a:gd name="T9" fmla="*/ 9 h 10"/>
                <a:gd name="T10" fmla="*/ 21 w 21"/>
                <a:gd name="T11" fmla="*/ 6 h 10"/>
                <a:gd name="T12" fmla="*/ 21 w 21"/>
                <a:gd name="T13" fmla="*/ 4 h 10"/>
                <a:gd name="T14" fmla="*/ 18 w 21"/>
                <a:gd name="T1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10"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0"/>
                    <a:pt x="18" y="10"/>
                    <a:pt x="19" y="9"/>
                  </a:cubicBezTo>
                  <a:cubicBezTo>
                    <a:pt x="20" y="8"/>
                    <a:pt x="21" y="7"/>
                    <a:pt x="21" y="6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2"/>
                    <a:pt x="20" y="1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6" name="Freeform 56"/>
            <p:cNvSpPr/>
            <p:nvPr/>
          </p:nvSpPr>
          <p:spPr bwMode="auto">
            <a:xfrm>
              <a:off x="2522538" y="2343150"/>
              <a:ext cx="376238" cy="141288"/>
            </a:xfrm>
            <a:custGeom>
              <a:avLst/>
              <a:gdLst>
                <a:gd name="T0" fmla="*/ 62 w 64"/>
                <a:gd name="T1" fmla="*/ 1 h 24"/>
                <a:gd name="T2" fmla="*/ 60 w 64"/>
                <a:gd name="T3" fmla="*/ 0 h 24"/>
                <a:gd name="T4" fmla="*/ 59 w 64"/>
                <a:gd name="T5" fmla="*/ 0 h 24"/>
                <a:gd name="T6" fmla="*/ 3 w 64"/>
                <a:gd name="T7" fmla="*/ 14 h 24"/>
                <a:gd name="T8" fmla="*/ 0 w 64"/>
                <a:gd name="T9" fmla="*/ 18 h 24"/>
                <a:gd name="T10" fmla="*/ 0 w 64"/>
                <a:gd name="T11" fmla="*/ 20 h 24"/>
                <a:gd name="T12" fmla="*/ 2 w 64"/>
                <a:gd name="T13" fmla="*/ 23 h 24"/>
                <a:gd name="T14" fmla="*/ 4 w 64"/>
                <a:gd name="T15" fmla="*/ 24 h 24"/>
                <a:gd name="T16" fmla="*/ 5 w 64"/>
                <a:gd name="T17" fmla="*/ 24 h 24"/>
                <a:gd name="T18" fmla="*/ 61 w 64"/>
                <a:gd name="T19" fmla="*/ 10 h 24"/>
                <a:gd name="T20" fmla="*/ 64 w 64"/>
                <a:gd name="T21" fmla="*/ 6 h 24"/>
                <a:gd name="T22" fmla="*/ 64 w 64"/>
                <a:gd name="T23" fmla="*/ 4 h 24"/>
                <a:gd name="T24" fmla="*/ 62 w 64"/>
                <a:gd name="T2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24">
                  <a:moveTo>
                    <a:pt x="62" y="1"/>
                  </a:moveTo>
                  <a:cubicBezTo>
                    <a:pt x="62" y="1"/>
                    <a:pt x="61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1" y="15"/>
                    <a:pt x="0" y="16"/>
                    <a:pt x="0" y="18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1"/>
                    <a:pt x="1" y="22"/>
                    <a:pt x="2" y="23"/>
                  </a:cubicBezTo>
                  <a:cubicBezTo>
                    <a:pt x="2" y="24"/>
                    <a:pt x="3" y="24"/>
                    <a:pt x="4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3" y="9"/>
                    <a:pt x="64" y="8"/>
                    <a:pt x="64" y="6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3"/>
                    <a:pt x="63" y="2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7" name="Freeform 57"/>
            <p:cNvSpPr>
              <a:spLocks noEditPoints="1"/>
            </p:cNvSpPr>
            <p:nvPr/>
          </p:nvSpPr>
          <p:spPr bwMode="auto">
            <a:xfrm>
              <a:off x="2605088" y="2108200"/>
              <a:ext cx="217488" cy="258763"/>
            </a:xfrm>
            <a:custGeom>
              <a:avLst/>
              <a:gdLst>
                <a:gd name="T0" fmla="*/ 8 w 37"/>
                <a:gd name="T1" fmla="*/ 32 h 44"/>
                <a:gd name="T2" fmla="*/ 31 w 37"/>
                <a:gd name="T3" fmla="*/ 35 h 44"/>
                <a:gd name="T4" fmla="*/ 20 w 37"/>
                <a:gd name="T5" fmla="*/ 0 h 44"/>
                <a:gd name="T6" fmla="*/ 8 w 37"/>
                <a:gd name="T7" fmla="*/ 32 h 44"/>
                <a:gd name="T8" fmla="*/ 15 w 37"/>
                <a:gd name="T9" fmla="*/ 28 h 44"/>
                <a:gd name="T10" fmla="*/ 21 w 37"/>
                <a:gd name="T11" fmla="*/ 16 h 44"/>
                <a:gd name="T12" fmla="*/ 20 w 37"/>
                <a:gd name="T13" fmla="*/ 36 h 44"/>
                <a:gd name="T14" fmla="*/ 15 w 37"/>
                <a:gd name="T15" fmla="*/ 2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44">
                  <a:moveTo>
                    <a:pt x="8" y="32"/>
                  </a:moveTo>
                  <a:cubicBezTo>
                    <a:pt x="11" y="40"/>
                    <a:pt x="24" y="44"/>
                    <a:pt x="31" y="35"/>
                  </a:cubicBezTo>
                  <a:cubicBezTo>
                    <a:pt x="37" y="25"/>
                    <a:pt x="31" y="10"/>
                    <a:pt x="20" y="0"/>
                  </a:cubicBezTo>
                  <a:cubicBezTo>
                    <a:pt x="22" y="11"/>
                    <a:pt x="0" y="15"/>
                    <a:pt x="8" y="32"/>
                  </a:cubicBezTo>
                  <a:close/>
                  <a:moveTo>
                    <a:pt x="15" y="28"/>
                  </a:moveTo>
                  <a:cubicBezTo>
                    <a:pt x="17" y="26"/>
                    <a:pt x="21" y="24"/>
                    <a:pt x="21" y="16"/>
                  </a:cubicBezTo>
                  <a:cubicBezTo>
                    <a:pt x="31" y="22"/>
                    <a:pt x="27" y="38"/>
                    <a:pt x="20" y="36"/>
                  </a:cubicBezTo>
                  <a:cubicBezTo>
                    <a:pt x="13" y="35"/>
                    <a:pt x="13" y="30"/>
                    <a:pt x="15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28" name="Freeform 22"/>
          <p:cNvSpPr>
            <a:spLocks noEditPoints="1"/>
          </p:cNvSpPr>
          <p:nvPr/>
        </p:nvSpPr>
        <p:spPr bwMode="auto">
          <a:xfrm>
            <a:off x="2273859" y="3284427"/>
            <a:ext cx="256638" cy="255482"/>
          </a:xfrm>
          <a:custGeom>
            <a:avLst/>
            <a:gdLst>
              <a:gd name="T0" fmla="*/ 42 w 44"/>
              <a:gd name="T1" fmla="*/ 18 h 44"/>
              <a:gd name="T2" fmla="*/ 35 w 44"/>
              <a:gd name="T3" fmla="*/ 18 h 44"/>
              <a:gd name="T4" fmla="*/ 34 w 44"/>
              <a:gd name="T5" fmla="*/ 14 h 44"/>
              <a:gd name="T6" fmla="*/ 38 w 44"/>
              <a:gd name="T7" fmla="*/ 10 h 44"/>
              <a:gd name="T8" fmla="*/ 38 w 44"/>
              <a:gd name="T9" fmla="*/ 7 h 44"/>
              <a:gd name="T10" fmla="*/ 36 w 44"/>
              <a:gd name="T11" fmla="*/ 5 h 44"/>
              <a:gd name="T12" fmla="*/ 33 w 44"/>
              <a:gd name="T13" fmla="*/ 5 h 44"/>
              <a:gd name="T14" fmla="*/ 29 w 44"/>
              <a:gd name="T15" fmla="*/ 9 h 44"/>
              <a:gd name="T16" fmla="*/ 25 w 44"/>
              <a:gd name="T17" fmla="*/ 8 h 44"/>
              <a:gd name="T18" fmla="*/ 25 w 44"/>
              <a:gd name="T19" fmla="*/ 2 h 44"/>
              <a:gd name="T20" fmla="*/ 23 w 44"/>
              <a:gd name="T21" fmla="*/ 0 h 44"/>
              <a:gd name="T22" fmla="*/ 20 w 44"/>
              <a:gd name="T23" fmla="*/ 0 h 44"/>
              <a:gd name="T24" fmla="*/ 18 w 44"/>
              <a:gd name="T25" fmla="*/ 2 h 44"/>
              <a:gd name="T26" fmla="*/ 18 w 44"/>
              <a:gd name="T27" fmla="*/ 8 h 44"/>
              <a:gd name="T28" fmla="*/ 14 w 44"/>
              <a:gd name="T29" fmla="*/ 9 h 44"/>
              <a:gd name="T30" fmla="*/ 10 w 44"/>
              <a:gd name="T31" fmla="*/ 6 h 44"/>
              <a:gd name="T32" fmla="*/ 7 w 44"/>
              <a:gd name="T33" fmla="*/ 6 h 44"/>
              <a:gd name="T34" fmla="*/ 5 w 44"/>
              <a:gd name="T35" fmla="*/ 8 h 44"/>
              <a:gd name="T36" fmla="*/ 5 w 44"/>
              <a:gd name="T37" fmla="*/ 11 h 44"/>
              <a:gd name="T38" fmla="*/ 9 w 44"/>
              <a:gd name="T39" fmla="*/ 15 h 44"/>
              <a:gd name="T40" fmla="*/ 7 w 44"/>
              <a:gd name="T41" fmla="*/ 19 h 44"/>
              <a:gd name="T42" fmla="*/ 2 w 44"/>
              <a:gd name="T43" fmla="*/ 19 h 44"/>
              <a:gd name="T44" fmla="*/ 0 w 44"/>
              <a:gd name="T45" fmla="*/ 21 h 44"/>
              <a:gd name="T46" fmla="*/ 0 w 44"/>
              <a:gd name="T47" fmla="*/ 24 h 44"/>
              <a:gd name="T48" fmla="*/ 2 w 44"/>
              <a:gd name="T49" fmla="*/ 26 h 44"/>
              <a:gd name="T50" fmla="*/ 7 w 44"/>
              <a:gd name="T51" fmla="*/ 26 h 44"/>
              <a:gd name="T52" fmla="*/ 9 w 44"/>
              <a:gd name="T53" fmla="*/ 30 h 44"/>
              <a:gd name="T54" fmla="*/ 6 w 44"/>
              <a:gd name="T55" fmla="*/ 34 h 44"/>
              <a:gd name="T56" fmla="*/ 6 w 44"/>
              <a:gd name="T57" fmla="*/ 37 h 44"/>
              <a:gd name="T58" fmla="*/ 8 w 44"/>
              <a:gd name="T59" fmla="*/ 39 h 44"/>
              <a:gd name="T60" fmla="*/ 11 w 44"/>
              <a:gd name="T61" fmla="*/ 39 h 44"/>
              <a:gd name="T62" fmla="*/ 15 w 44"/>
              <a:gd name="T63" fmla="*/ 35 h 44"/>
              <a:gd name="T64" fmla="*/ 19 w 44"/>
              <a:gd name="T65" fmla="*/ 36 h 44"/>
              <a:gd name="T66" fmla="*/ 19 w 44"/>
              <a:gd name="T67" fmla="*/ 42 h 44"/>
              <a:gd name="T68" fmla="*/ 21 w 44"/>
              <a:gd name="T69" fmla="*/ 44 h 44"/>
              <a:gd name="T70" fmla="*/ 24 w 44"/>
              <a:gd name="T71" fmla="*/ 44 h 44"/>
              <a:gd name="T72" fmla="*/ 26 w 44"/>
              <a:gd name="T73" fmla="*/ 42 h 44"/>
              <a:gd name="T74" fmla="*/ 26 w 44"/>
              <a:gd name="T75" fmla="*/ 36 h 44"/>
              <a:gd name="T76" fmla="*/ 30 w 44"/>
              <a:gd name="T77" fmla="*/ 34 h 44"/>
              <a:gd name="T78" fmla="*/ 34 w 44"/>
              <a:gd name="T79" fmla="*/ 38 h 44"/>
              <a:gd name="T80" fmla="*/ 37 w 44"/>
              <a:gd name="T81" fmla="*/ 38 h 44"/>
              <a:gd name="T82" fmla="*/ 39 w 44"/>
              <a:gd name="T83" fmla="*/ 36 h 44"/>
              <a:gd name="T84" fmla="*/ 39 w 44"/>
              <a:gd name="T85" fmla="*/ 33 h 44"/>
              <a:gd name="T86" fmla="*/ 35 w 44"/>
              <a:gd name="T87" fmla="*/ 28 h 44"/>
              <a:gd name="T88" fmla="*/ 36 w 44"/>
              <a:gd name="T89" fmla="*/ 25 h 44"/>
              <a:gd name="T90" fmla="*/ 42 w 44"/>
              <a:gd name="T91" fmla="*/ 25 h 44"/>
              <a:gd name="T92" fmla="*/ 44 w 44"/>
              <a:gd name="T93" fmla="*/ 23 h 44"/>
              <a:gd name="T94" fmla="*/ 44 w 44"/>
              <a:gd name="T95" fmla="*/ 20 h 44"/>
              <a:gd name="T96" fmla="*/ 42 w 44"/>
              <a:gd name="T97" fmla="*/ 18 h 44"/>
              <a:gd name="T98" fmla="*/ 21 w 44"/>
              <a:gd name="T99" fmla="*/ 28 h 44"/>
              <a:gd name="T100" fmla="*/ 15 w 44"/>
              <a:gd name="T101" fmla="*/ 22 h 44"/>
              <a:gd name="T102" fmla="*/ 21 w 44"/>
              <a:gd name="T103" fmla="*/ 16 h 44"/>
              <a:gd name="T104" fmla="*/ 28 w 44"/>
              <a:gd name="T105" fmla="*/ 22 h 44"/>
              <a:gd name="T106" fmla="*/ 21 w 44"/>
              <a:gd name="T107" fmla="*/ 28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4" h="44">
                <a:moveTo>
                  <a:pt x="42" y="18"/>
                </a:moveTo>
                <a:cubicBezTo>
                  <a:pt x="35" y="18"/>
                  <a:pt x="35" y="18"/>
                  <a:pt x="35" y="18"/>
                </a:cubicBezTo>
                <a:cubicBezTo>
                  <a:pt x="35" y="17"/>
                  <a:pt x="35" y="15"/>
                  <a:pt x="34" y="14"/>
                </a:cubicBezTo>
                <a:cubicBezTo>
                  <a:pt x="38" y="10"/>
                  <a:pt x="38" y="10"/>
                  <a:pt x="38" y="10"/>
                </a:cubicBezTo>
                <a:cubicBezTo>
                  <a:pt x="39" y="9"/>
                  <a:pt x="39" y="8"/>
                  <a:pt x="38" y="7"/>
                </a:cubicBezTo>
                <a:cubicBezTo>
                  <a:pt x="36" y="5"/>
                  <a:pt x="36" y="5"/>
                  <a:pt x="36" y="5"/>
                </a:cubicBezTo>
                <a:cubicBezTo>
                  <a:pt x="35" y="4"/>
                  <a:pt x="34" y="4"/>
                  <a:pt x="33" y="5"/>
                </a:cubicBezTo>
                <a:cubicBezTo>
                  <a:pt x="29" y="9"/>
                  <a:pt x="29" y="9"/>
                  <a:pt x="29" y="9"/>
                </a:cubicBezTo>
                <a:cubicBezTo>
                  <a:pt x="28" y="9"/>
                  <a:pt x="26" y="8"/>
                  <a:pt x="25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5" y="1"/>
                  <a:pt x="24" y="0"/>
                  <a:pt x="23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19" y="0"/>
                  <a:pt x="18" y="1"/>
                  <a:pt x="18" y="2"/>
                </a:cubicBezTo>
                <a:cubicBezTo>
                  <a:pt x="18" y="8"/>
                  <a:pt x="18" y="8"/>
                  <a:pt x="18" y="8"/>
                </a:cubicBezTo>
                <a:cubicBezTo>
                  <a:pt x="16" y="8"/>
                  <a:pt x="15" y="9"/>
                  <a:pt x="14" y="9"/>
                </a:cubicBezTo>
                <a:cubicBezTo>
                  <a:pt x="10" y="6"/>
                  <a:pt x="10" y="6"/>
                  <a:pt x="10" y="6"/>
                </a:cubicBezTo>
                <a:cubicBezTo>
                  <a:pt x="9" y="5"/>
                  <a:pt x="8" y="5"/>
                  <a:pt x="7" y="6"/>
                </a:cubicBezTo>
                <a:cubicBezTo>
                  <a:pt x="5" y="8"/>
                  <a:pt x="5" y="8"/>
                  <a:pt x="5" y="8"/>
                </a:cubicBezTo>
                <a:cubicBezTo>
                  <a:pt x="4" y="9"/>
                  <a:pt x="4" y="10"/>
                  <a:pt x="5" y="11"/>
                </a:cubicBezTo>
                <a:cubicBezTo>
                  <a:pt x="9" y="15"/>
                  <a:pt x="9" y="15"/>
                  <a:pt x="9" y="15"/>
                </a:cubicBezTo>
                <a:cubicBezTo>
                  <a:pt x="8" y="16"/>
                  <a:pt x="7" y="17"/>
                  <a:pt x="7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0" y="20"/>
                  <a:pt x="0" y="21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5"/>
                  <a:pt x="1" y="26"/>
                  <a:pt x="2" y="26"/>
                </a:cubicBezTo>
                <a:cubicBezTo>
                  <a:pt x="7" y="26"/>
                  <a:pt x="7" y="26"/>
                  <a:pt x="7" y="26"/>
                </a:cubicBezTo>
                <a:cubicBezTo>
                  <a:pt x="8" y="28"/>
                  <a:pt x="8" y="29"/>
                  <a:pt x="9" y="30"/>
                </a:cubicBezTo>
                <a:cubicBezTo>
                  <a:pt x="6" y="34"/>
                  <a:pt x="6" y="34"/>
                  <a:pt x="6" y="34"/>
                </a:cubicBezTo>
                <a:cubicBezTo>
                  <a:pt x="5" y="35"/>
                  <a:pt x="5" y="36"/>
                  <a:pt x="6" y="37"/>
                </a:cubicBezTo>
                <a:cubicBezTo>
                  <a:pt x="8" y="39"/>
                  <a:pt x="8" y="39"/>
                  <a:pt x="8" y="39"/>
                </a:cubicBezTo>
                <a:cubicBezTo>
                  <a:pt x="9" y="40"/>
                  <a:pt x="10" y="40"/>
                  <a:pt x="11" y="39"/>
                </a:cubicBezTo>
                <a:cubicBezTo>
                  <a:pt x="15" y="35"/>
                  <a:pt x="15" y="35"/>
                  <a:pt x="15" y="35"/>
                </a:cubicBezTo>
                <a:cubicBezTo>
                  <a:pt x="16" y="36"/>
                  <a:pt x="18" y="36"/>
                  <a:pt x="19" y="36"/>
                </a:cubicBezTo>
                <a:cubicBezTo>
                  <a:pt x="19" y="42"/>
                  <a:pt x="19" y="42"/>
                  <a:pt x="19" y="42"/>
                </a:cubicBezTo>
                <a:cubicBezTo>
                  <a:pt x="19" y="43"/>
                  <a:pt x="20" y="44"/>
                  <a:pt x="21" y="44"/>
                </a:cubicBezTo>
                <a:cubicBezTo>
                  <a:pt x="24" y="44"/>
                  <a:pt x="24" y="44"/>
                  <a:pt x="24" y="44"/>
                </a:cubicBezTo>
                <a:cubicBezTo>
                  <a:pt x="25" y="44"/>
                  <a:pt x="26" y="43"/>
                  <a:pt x="26" y="42"/>
                </a:cubicBezTo>
                <a:cubicBezTo>
                  <a:pt x="26" y="36"/>
                  <a:pt x="26" y="36"/>
                  <a:pt x="26" y="36"/>
                </a:cubicBezTo>
                <a:cubicBezTo>
                  <a:pt x="28" y="35"/>
                  <a:pt x="29" y="35"/>
                  <a:pt x="30" y="34"/>
                </a:cubicBezTo>
                <a:cubicBezTo>
                  <a:pt x="34" y="38"/>
                  <a:pt x="34" y="38"/>
                  <a:pt x="34" y="38"/>
                </a:cubicBezTo>
                <a:cubicBezTo>
                  <a:pt x="35" y="39"/>
                  <a:pt x="36" y="39"/>
                  <a:pt x="37" y="38"/>
                </a:cubicBezTo>
                <a:cubicBezTo>
                  <a:pt x="39" y="36"/>
                  <a:pt x="39" y="36"/>
                  <a:pt x="39" y="36"/>
                </a:cubicBezTo>
                <a:cubicBezTo>
                  <a:pt x="40" y="35"/>
                  <a:pt x="40" y="34"/>
                  <a:pt x="39" y="33"/>
                </a:cubicBezTo>
                <a:cubicBezTo>
                  <a:pt x="35" y="28"/>
                  <a:pt x="35" y="28"/>
                  <a:pt x="35" y="28"/>
                </a:cubicBezTo>
                <a:cubicBezTo>
                  <a:pt x="35" y="27"/>
                  <a:pt x="35" y="26"/>
                  <a:pt x="36" y="25"/>
                </a:cubicBezTo>
                <a:cubicBezTo>
                  <a:pt x="42" y="25"/>
                  <a:pt x="42" y="25"/>
                  <a:pt x="42" y="25"/>
                </a:cubicBezTo>
                <a:cubicBezTo>
                  <a:pt x="43" y="25"/>
                  <a:pt x="44" y="24"/>
                  <a:pt x="44" y="23"/>
                </a:cubicBezTo>
                <a:cubicBezTo>
                  <a:pt x="44" y="20"/>
                  <a:pt x="44" y="20"/>
                  <a:pt x="44" y="20"/>
                </a:cubicBezTo>
                <a:cubicBezTo>
                  <a:pt x="44" y="19"/>
                  <a:pt x="43" y="18"/>
                  <a:pt x="42" y="18"/>
                </a:cubicBezTo>
                <a:close/>
                <a:moveTo>
                  <a:pt x="21" y="28"/>
                </a:moveTo>
                <a:cubicBezTo>
                  <a:pt x="18" y="28"/>
                  <a:pt x="15" y="25"/>
                  <a:pt x="15" y="22"/>
                </a:cubicBezTo>
                <a:cubicBezTo>
                  <a:pt x="15" y="19"/>
                  <a:pt x="18" y="16"/>
                  <a:pt x="21" y="16"/>
                </a:cubicBezTo>
                <a:cubicBezTo>
                  <a:pt x="25" y="16"/>
                  <a:pt x="28" y="19"/>
                  <a:pt x="28" y="22"/>
                </a:cubicBezTo>
                <a:cubicBezTo>
                  <a:pt x="28" y="25"/>
                  <a:pt x="25" y="28"/>
                  <a:pt x="21" y="28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vert="horz" wrap="square" lIns="67391" tIns="33696" rIns="67391" bIns="33696" numCol="1" anchor="t" anchorCtr="0" compatLnSpc="1"/>
          <a:lstStyle/>
          <a:p>
            <a:endParaRPr lang="id-ID" sz="100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grpSp>
        <p:nvGrpSpPr>
          <p:cNvPr id="29" name="Group 34"/>
          <p:cNvGrpSpPr/>
          <p:nvPr/>
        </p:nvGrpSpPr>
        <p:grpSpPr>
          <a:xfrm>
            <a:off x="1112150" y="3467759"/>
            <a:ext cx="242609" cy="276518"/>
            <a:chOff x="9953626" y="3624263"/>
            <a:chExt cx="328613" cy="376238"/>
          </a:xfrm>
          <a:solidFill>
            <a:srgbClr val="0070C0"/>
          </a:solidFill>
        </p:grpSpPr>
        <p:sp>
          <p:nvSpPr>
            <p:cNvPr id="30" name="Freeform 98"/>
            <p:cNvSpPr>
              <a:spLocks noEditPoints="1"/>
            </p:cNvSpPr>
            <p:nvPr/>
          </p:nvSpPr>
          <p:spPr bwMode="auto">
            <a:xfrm>
              <a:off x="10023476" y="3624263"/>
              <a:ext cx="188913" cy="93663"/>
            </a:xfrm>
            <a:custGeom>
              <a:avLst/>
              <a:gdLst>
                <a:gd name="T0" fmla="*/ 32 w 32"/>
                <a:gd name="T1" fmla="*/ 8 h 16"/>
                <a:gd name="T2" fmla="*/ 24 w 32"/>
                <a:gd name="T3" fmla="*/ 8 h 16"/>
                <a:gd name="T4" fmla="*/ 16 w 32"/>
                <a:gd name="T5" fmla="*/ 0 h 16"/>
                <a:gd name="T6" fmla="*/ 8 w 32"/>
                <a:gd name="T7" fmla="*/ 8 h 16"/>
                <a:gd name="T8" fmla="*/ 0 w 32"/>
                <a:gd name="T9" fmla="*/ 8 h 16"/>
                <a:gd name="T10" fmla="*/ 0 w 32"/>
                <a:gd name="T11" fmla="*/ 16 h 16"/>
                <a:gd name="T12" fmla="*/ 32 w 32"/>
                <a:gd name="T13" fmla="*/ 16 h 16"/>
                <a:gd name="T14" fmla="*/ 32 w 32"/>
                <a:gd name="T15" fmla="*/ 8 h 16"/>
                <a:gd name="T16" fmla="*/ 16 w 32"/>
                <a:gd name="T17" fmla="*/ 12 h 16"/>
                <a:gd name="T18" fmla="*/ 12 w 32"/>
                <a:gd name="T19" fmla="*/ 8 h 16"/>
                <a:gd name="T20" fmla="*/ 16 w 32"/>
                <a:gd name="T21" fmla="*/ 4 h 16"/>
                <a:gd name="T22" fmla="*/ 20 w 32"/>
                <a:gd name="T23" fmla="*/ 8 h 16"/>
                <a:gd name="T24" fmla="*/ 16 w 32"/>
                <a:gd name="T25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16">
                  <a:moveTo>
                    <a:pt x="32" y="8"/>
                  </a:moveTo>
                  <a:cubicBezTo>
                    <a:pt x="24" y="8"/>
                    <a:pt x="24" y="8"/>
                    <a:pt x="24" y="8"/>
                  </a:cubicBezTo>
                  <a:cubicBezTo>
                    <a:pt x="24" y="4"/>
                    <a:pt x="20" y="0"/>
                    <a:pt x="16" y="0"/>
                  </a:cubicBezTo>
                  <a:cubicBezTo>
                    <a:pt x="12" y="0"/>
                    <a:pt x="8" y="4"/>
                    <a:pt x="8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32" y="16"/>
                    <a:pt x="32" y="16"/>
                    <a:pt x="32" y="16"/>
                  </a:cubicBezTo>
                  <a:lnTo>
                    <a:pt x="32" y="8"/>
                  </a:lnTo>
                  <a:close/>
                  <a:moveTo>
                    <a:pt x="16" y="12"/>
                  </a:moveTo>
                  <a:cubicBezTo>
                    <a:pt x="14" y="12"/>
                    <a:pt x="12" y="10"/>
                    <a:pt x="12" y="8"/>
                  </a:cubicBezTo>
                  <a:cubicBezTo>
                    <a:pt x="12" y="6"/>
                    <a:pt x="14" y="4"/>
                    <a:pt x="16" y="4"/>
                  </a:cubicBezTo>
                  <a:cubicBezTo>
                    <a:pt x="18" y="4"/>
                    <a:pt x="20" y="6"/>
                    <a:pt x="20" y="8"/>
                  </a:cubicBezTo>
                  <a:cubicBezTo>
                    <a:pt x="20" y="10"/>
                    <a:pt x="18" y="12"/>
                    <a:pt x="16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1" name="Freeform 99"/>
            <p:cNvSpPr>
              <a:spLocks noEditPoints="1"/>
            </p:cNvSpPr>
            <p:nvPr/>
          </p:nvSpPr>
          <p:spPr bwMode="auto">
            <a:xfrm>
              <a:off x="9953626" y="3671888"/>
              <a:ext cx="328613" cy="328613"/>
            </a:xfrm>
            <a:custGeom>
              <a:avLst/>
              <a:gdLst>
                <a:gd name="T0" fmla="*/ 178 w 207"/>
                <a:gd name="T1" fmla="*/ 0 h 207"/>
                <a:gd name="T2" fmla="*/ 178 w 207"/>
                <a:gd name="T3" fmla="*/ 44 h 207"/>
                <a:gd name="T4" fmla="*/ 29 w 207"/>
                <a:gd name="T5" fmla="*/ 44 h 207"/>
                <a:gd name="T6" fmla="*/ 29 w 207"/>
                <a:gd name="T7" fmla="*/ 0 h 207"/>
                <a:gd name="T8" fmla="*/ 0 w 207"/>
                <a:gd name="T9" fmla="*/ 0 h 207"/>
                <a:gd name="T10" fmla="*/ 0 w 207"/>
                <a:gd name="T11" fmla="*/ 207 h 207"/>
                <a:gd name="T12" fmla="*/ 207 w 207"/>
                <a:gd name="T13" fmla="*/ 207 h 207"/>
                <a:gd name="T14" fmla="*/ 207 w 207"/>
                <a:gd name="T15" fmla="*/ 0 h 207"/>
                <a:gd name="T16" fmla="*/ 178 w 207"/>
                <a:gd name="T17" fmla="*/ 0 h 207"/>
                <a:gd name="T18" fmla="*/ 96 w 207"/>
                <a:gd name="T19" fmla="*/ 174 h 207"/>
                <a:gd name="T20" fmla="*/ 85 w 207"/>
                <a:gd name="T21" fmla="*/ 166 h 207"/>
                <a:gd name="T22" fmla="*/ 44 w 207"/>
                <a:gd name="T23" fmla="*/ 122 h 207"/>
                <a:gd name="T24" fmla="*/ 67 w 207"/>
                <a:gd name="T25" fmla="*/ 103 h 207"/>
                <a:gd name="T26" fmla="*/ 96 w 207"/>
                <a:gd name="T27" fmla="*/ 133 h 207"/>
                <a:gd name="T28" fmla="*/ 155 w 207"/>
                <a:gd name="T29" fmla="*/ 74 h 207"/>
                <a:gd name="T30" fmla="*/ 178 w 207"/>
                <a:gd name="T31" fmla="*/ 96 h 207"/>
                <a:gd name="T32" fmla="*/ 96 w 207"/>
                <a:gd name="T33" fmla="*/ 174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7" h="207">
                  <a:moveTo>
                    <a:pt x="178" y="0"/>
                  </a:moveTo>
                  <a:lnTo>
                    <a:pt x="178" y="44"/>
                  </a:lnTo>
                  <a:lnTo>
                    <a:pt x="29" y="44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207"/>
                  </a:lnTo>
                  <a:lnTo>
                    <a:pt x="207" y="207"/>
                  </a:lnTo>
                  <a:lnTo>
                    <a:pt x="207" y="0"/>
                  </a:lnTo>
                  <a:lnTo>
                    <a:pt x="178" y="0"/>
                  </a:lnTo>
                  <a:close/>
                  <a:moveTo>
                    <a:pt x="96" y="174"/>
                  </a:moveTo>
                  <a:lnTo>
                    <a:pt x="85" y="166"/>
                  </a:lnTo>
                  <a:lnTo>
                    <a:pt x="44" y="122"/>
                  </a:lnTo>
                  <a:lnTo>
                    <a:pt x="67" y="103"/>
                  </a:lnTo>
                  <a:lnTo>
                    <a:pt x="96" y="133"/>
                  </a:lnTo>
                  <a:lnTo>
                    <a:pt x="155" y="74"/>
                  </a:lnTo>
                  <a:lnTo>
                    <a:pt x="178" y="96"/>
                  </a:lnTo>
                  <a:lnTo>
                    <a:pt x="96" y="1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00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64" name="矩形 63"/>
          <p:cNvSpPr/>
          <p:nvPr/>
        </p:nvSpPr>
        <p:spPr>
          <a:xfrm>
            <a:off x="223192" y="287908"/>
            <a:ext cx="2880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07950" y="287908"/>
            <a:ext cx="72132" cy="288032"/>
          </a:xfrm>
          <a:prstGeom prst="rect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66" name="TextBox 13"/>
          <p:cNvSpPr txBox="1"/>
          <p:nvPr/>
        </p:nvSpPr>
        <p:spPr>
          <a:xfrm>
            <a:off x="324098" y="272139"/>
            <a:ext cx="2304256" cy="332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8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创新</a:t>
            </a:r>
            <a:r>
              <a:rPr lang="zh-CN" altLang="en-US" sz="18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性</a:t>
            </a:r>
            <a:endParaRPr lang="zh-CN" altLang="en-US" sz="18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522720" y="1773555"/>
            <a:ext cx="30003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89" name="TextBox 13"/>
          <p:cNvSpPr txBox="1"/>
          <p:nvPr>
            <p:custDataLst>
              <p:tags r:id="rId1"/>
            </p:custDataLst>
          </p:nvPr>
        </p:nvSpPr>
        <p:spPr>
          <a:xfrm>
            <a:off x="5365115" y="864235"/>
            <a:ext cx="2277110" cy="5594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引入多智能体</a:t>
            </a:r>
            <a:r>
              <a:rPr lang="zh-CN" altLang="en-US" sz="1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并行的框架</a:t>
            </a:r>
            <a:endParaRPr lang="zh-CN" altLang="en-US" sz="14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endParaRPr lang="zh-CN" altLang="en-US" sz="1400" b="1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5" name="Oval 3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33599" y="950198"/>
            <a:ext cx="99231" cy="989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 sz="900">
              <a:solidFill>
                <a:schemeClr val="bg1">
                  <a:lumMod val="6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6" name="Freeform 39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4880723" y="897966"/>
            <a:ext cx="204982" cy="203449"/>
          </a:xfrm>
          <a:custGeom>
            <a:avLst/>
            <a:gdLst>
              <a:gd name="T0" fmla="*/ 212 w 423"/>
              <a:gd name="T1" fmla="*/ 0 h 424"/>
              <a:gd name="T2" fmla="*/ 0 w 423"/>
              <a:gd name="T3" fmla="*/ 212 h 424"/>
              <a:gd name="T4" fmla="*/ 212 w 423"/>
              <a:gd name="T5" fmla="*/ 424 h 424"/>
              <a:gd name="T6" fmla="*/ 423 w 423"/>
              <a:gd name="T7" fmla="*/ 212 h 424"/>
              <a:gd name="T8" fmla="*/ 212 w 423"/>
              <a:gd name="T9" fmla="*/ 0 h 424"/>
              <a:gd name="T10" fmla="*/ 212 w 423"/>
              <a:gd name="T11" fmla="*/ 386 h 424"/>
              <a:gd name="T12" fmla="*/ 38 w 423"/>
              <a:gd name="T13" fmla="*/ 212 h 424"/>
              <a:gd name="T14" fmla="*/ 212 w 423"/>
              <a:gd name="T15" fmla="*/ 38 h 424"/>
              <a:gd name="T16" fmla="*/ 386 w 423"/>
              <a:gd name="T17" fmla="*/ 212 h 424"/>
              <a:gd name="T18" fmla="*/ 212 w 423"/>
              <a:gd name="T19" fmla="*/ 386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23" h="424">
                <a:moveTo>
                  <a:pt x="212" y="0"/>
                </a:moveTo>
                <a:cubicBezTo>
                  <a:pt x="95" y="0"/>
                  <a:pt x="0" y="95"/>
                  <a:pt x="0" y="212"/>
                </a:cubicBezTo>
                <a:cubicBezTo>
                  <a:pt x="0" y="329"/>
                  <a:pt x="95" y="424"/>
                  <a:pt x="212" y="424"/>
                </a:cubicBezTo>
                <a:cubicBezTo>
                  <a:pt x="329" y="424"/>
                  <a:pt x="423" y="329"/>
                  <a:pt x="423" y="212"/>
                </a:cubicBezTo>
                <a:cubicBezTo>
                  <a:pt x="423" y="95"/>
                  <a:pt x="329" y="0"/>
                  <a:pt x="212" y="0"/>
                </a:cubicBezTo>
                <a:close/>
                <a:moveTo>
                  <a:pt x="212" y="386"/>
                </a:moveTo>
                <a:cubicBezTo>
                  <a:pt x="116" y="386"/>
                  <a:pt x="38" y="308"/>
                  <a:pt x="38" y="212"/>
                </a:cubicBezTo>
                <a:cubicBezTo>
                  <a:pt x="38" y="116"/>
                  <a:pt x="116" y="38"/>
                  <a:pt x="212" y="38"/>
                </a:cubicBezTo>
                <a:cubicBezTo>
                  <a:pt x="308" y="38"/>
                  <a:pt x="386" y="116"/>
                  <a:pt x="386" y="212"/>
                </a:cubicBezTo>
                <a:cubicBezTo>
                  <a:pt x="386" y="308"/>
                  <a:pt x="308" y="386"/>
                  <a:pt x="212" y="386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 sz="900">
              <a:solidFill>
                <a:schemeClr val="bg1">
                  <a:lumMod val="6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7" name="Oval 3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932964" y="3316843"/>
            <a:ext cx="99231" cy="989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 sz="900">
              <a:solidFill>
                <a:schemeClr val="bg1">
                  <a:lumMod val="6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8" name="Freeform 39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4880088" y="3264611"/>
            <a:ext cx="204982" cy="203449"/>
          </a:xfrm>
          <a:custGeom>
            <a:avLst/>
            <a:gdLst>
              <a:gd name="T0" fmla="*/ 212 w 423"/>
              <a:gd name="T1" fmla="*/ 0 h 424"/>
              <a:gd name="T2" fmla="*/ 0 w 423"/>
              <a:gd name="T3" fmla="*/ 212 h 424"/>
              <a:gd name="T4" fmla="*/ 212 w 423"/>
              <a:gd name="T5" fmla="*/ 424 h 424"/>
              <a:gd name="T6" fmla="*/ 423 w 423"/>
              <a:gd name="T7" fmla="*/ 212 h 424"/>
              <a:gd name="T8" fmla="*/ 212 w 423"/>
              <a:gd name="T9" fmla="*/ 0 h 424"/>
              <a:gd name="T10" fmla="*/ 212 w 423"/>
              <a:gd name="T11" fmla="*/ 386 h 424"/>
              <a:gd name="T12" fmla="*/ 38 w 423"/>
              <a:gd name="T13" fmla="*/ 212 h 424"/>
              <a:gd name="T14" fmla="*/ 212 w 423"/>
              <a:gd name="T15" fmla="*/ 38 h 424"/>
              <a:gd name="T16" fmla="*/ 386 w 423"/>
              <a:gd name="T17" fmla="*/ 212 h 424"/>
              <a:gd name="T18" fmla="*/ 212 w 423"/>
              <a:gd name="T19" fmla="*/ 386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23" h="424">
                <a:moveTo>
                  <a:pt x="212" y="0"/>
                </a:moveTo>
                <a:cubicBezTo>
                  <a:pt x="95" y="0"/>
                  <a:pt x="0" y="95"/>
                  <a:pt x="0" y="212"/>
                </a:cubicBezTo>
                <a:cubicBezTo>
                  <a:pt x="0" y="329"/>
                  <a:pt x="95" y="424"/>
                  <a:pt x="212" y="424"/>
                </a:cubicBezTo>
                <a:cubicBezTo>
                  <a:pt x="329" y="424"/>
                  <a:pt x="423" y="329"/>
                  <a:pt x="423" y="212"/>
                </a:cubicBezTo>
                <a:cubicBezTo>
                  <a:pt x="423" y="95"/>
                  <a:pt x="329" y="0"/>
                  <a:pt x="212" y="0"/>
                </a:cubicBezTo>
                <a:close/>
                <a:moveTo>
                  <a:pt x="212" y="386"/>
                </a:moveTo>
                <a:cubicBezTo>
                  <a:pt x="116" y="386"/>
                  <a:pt x="38" y="308"/>
                  <a:pt x="38" y="212"/>
                </a:cubicBezTo>
                <a:cubicBezTo>
                  <a:pt x="38" y="116"/>
                  <a:pt x="116" y="38"/>
                  <a:pt x="212" y="38"/>
                </a:cubicBezTo>
                <a:cubicBezTo>
                  <a:pt x="308" y="38"/>
                  <a:pt x="386" y="116"/>
                  <a:pt x="386" y="212"/>
                </a:cubicBezTo>
                <a:cubicBezTo>
                  <a:pt x="386" y="308"/>
                  <a:pt x="308" y="386"/>
                  <a:pt x="212" y="386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 sz="900">
              <a:solidFill>
                <a:schemeClr val="bg1">
                  <a:lumMod val="6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9" name="TextBox 13"/>
          <p:cNvSpPr txBox="1"/>
          <p:nvPr>
            <p:custDataLst>
              <p:tags r:id="rId6"/>
            </p:custDataLst>
          </p:nvPr>
        </p:nvSpPr>
        <p:spPr>
          <a:xfrm>
            <a:off x="5364480" y="3218180"/>
            <a:ext cx="2901950" cy="2578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indent="0">
              <a:lnSpc>
                <a:spcPct val="120000"/>
              </a:lnSpc>
              <a:spcBef>
                <a:spcPts val="145"/>
              </a:spcBef>
              <a:spcAft>
                <a:spcPts val="145"/>
              </a:spcAft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开创</a:t>
            </a:r>
            <a:r>
              <a:rPr lang="en-US" altLang="zh-CN" sz="1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“</a:t>
            </a:r>
            <a:r>
              <a:rPr lang="zh-CN" altLang="en-US" sz="1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能力</a:t>
            </a:r>
            <a:r>
              <a:rPr lang="en-US" altLang="zh-CN" sz="1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+</a:t>
            </a:r>
            <a:r>
              <a:rPr lang="zh-CN" altLang="en-US" sz="1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心理</a:t>
            </a:r>
            <a:r>
              <a:rPr lang="en-US" altLang="zh-CN" sz="1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”</a:t>
            </a:r>
            <a:r>
              <a:rPr lang="zh-CN" altLang="en-US" sz="1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的评价体系</a:t>
            </a:r>
            <a:endParaRPr lang="zh-CN" altLang="en-US" sz="1400" b="1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63" name="TextBox 13"/>
          <p:cNvSpPr txBox="1"/>
          <p:nvPr>
            <p:custDataLst>
              <p:tags r:id="rId7"/>
            </p:custDataLst>
          </p:nvPr>
        </p:nvSpPr>
        <p:spPr>
          <a:xfrm>
            <a:off x="5365494" y="1146362"/>
            <a:ext cx="3112020" cy="9537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单一</a:t>
            </a:r>
            <a:r>
              <a:rPr lang="en-US" altLang="zh-CN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AI</a:t>
            </a: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模型负责整个流程负担过大，也容易产生幻觉。可以将系统拆分为</a:t>
            </a:r>
            <a:r>
              <a:rPr lang="en-US" altLang="zh-CN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“</a:t>
            </a: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提问模块</a:t>
            </a:r>
            <a:r>
              <a:rPr lang="en-US" altLang="zh-CN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”</a:t>
            </a: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，</a:t>
            </a:r>
            <a:r>
              <a:rPr lang="en-US" altLang="zh-CN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“</a:t>
            </a: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能力评估模块</a:t>
            </a:r>
            <a:r>
              <a:rPr lang="en-US" altLang="zh-CN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”</a:t>
            </a: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，</a:t>
            </a:r>
            <a:r>
              <a:rPr lang="en-US" altLang="zh-CN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“</a:t>
            </a: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表现评估模块</a:t>
            </a:r>
            <a:r>
              <a:rPr lang="en-US" altLang="zh-CN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”</a:t>
            </a: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等，由不同的</a:t>
            </a:r>
            <a:r>
              <a:rPr lang="en-US" altLang="zh-CN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AI</a:t>
            </a: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模型负责，提升响应速度</a:t>
            </a:r>
            <a:endParaRPr lang="zh-CN" altLang="en-US" sz="1000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endParaRPr lang="zh-CN" altLang="en-US" sz="1000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2" name="TextBox 13"/>
          <p:cNvSpPr txBox="1"/>
          <p:nvPr>
            <p:custDataLst>
              <p:tags r:id="rId8"/>
            </p:custDataLst>
          </p:nvPr>
        </p:nvSpPr>
        <p:spPr>
          <a:xfrm>
            <a:off x="5364859" y="3556187"/>
            <a:ext cx="3112020" cy="9537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本项目将面试的评估和训练分为两条主线。其一是传统的</a:t>
            </a:r>
            <a:r>
              <a:rPr lang="en-US" altLang="zh-CN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“</a:t>
            </a: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能力线</a:t>
            </a:r>
            <a:r>
              <a:rPr lang="en-US" altLang="zh-CN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”</a:t>
            </a: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，包含知识表达，专业度等；其二是</a:t>
            </a:r>
            <a:r>
              <a:rPr lang="en-US" altLang="zh-CN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“</a:t>
            </a: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心理线</a:t>
            </a:r>
            <a:r>
              <a:rPr lang="en-US" altLang="zh-CN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”</a:t>
            </a: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，包含情绪管理，压力应对，</a:t>
            </a: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应变能力等，帮助用户克服面试焦虑，训练心理韧性</a:t>
            </a:r>
            <a:endParaRPr lang="zh-CN" altLang="en-US" sz="1000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endParaRPr lang="zh-CN" altLang="en-US" sz="1000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35" name="Oval 38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932964" y="2138918"/>
            <a:ext cx="99231" cy="989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 sz="900">
              <a:solidFill>
                <a:schemeClr val="bg1">
                  <a:lumMod val="6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6" name="Freeform 39"/>
          <p:cNvSpPr>
            <a:spLocks noEditPoints="1"/>
          </p:cNvSpPr>
          <p:nvPr>
            <p:custDataLst>
              <p:tags r:id="rId10"/>
            </p:custDataLst>
          </p:nvPr>
        </p:nvSpPr>
        <p:spPr bwMode="auto">
          <a:xfrm>
            <a:off x="4880088" y="2086686"/>
            <a:ext cx="204982" cy="203449"/>
          </a:xfrm>
          <a:custGeom>
            <a:avLst/>
            <a:gdLst>
              <a:gd name="T0" fmla="*/ 212 w 423"/>
              <a:gd name="T1" fmla="*/ 0 h 424"/>
              <a:gd name="T2" fmla="*/ 0 w 423"/>
              <a:gd name="T3" fmla="*/ 212 h 424"/>
              <a:gd name="T4" fmla="*/ 212 w 423"/>
              <a:gd name="T5" fmla="*/ 424 h 424"/>
              <a:gd name="T6" fmla="*/ 423 w 423"/>
              <a:gd name="T7" fmla="*/ 212 h 424"/>
              <a:gd name="T8" fmla="*/ 212 w 423"/>
              <a:gd name="T9" fmla="*/ 0 h 424"/>
              <a:gd name="T10" fmla="*/ 212 w 423"/>
              <a:gd name="T11" fmla="*/ 386 h 424"/>
              <a:gd name="T12" fmla="*/ 38 w 423"/>
              <a:gd name="T13" fmla="*/ 212 h 424"/>
              <a:gd name="T14" fmla="*/ 212 w 423"/>
              <a:gd name="T15" fmla="*/ 38 h 424"/>
              <a:gd name="T16" fmla="*/ 386 w 423"/>
              <a:gd name="T17" fmla="*/ 212 h 424"/>
              <a:gd name="T18" fmla="*/ 212 w 423"/>
              <a:gd name="T19" fmla="*/ 386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23" h="424">
                <a:moveTo>
                  <a:pt x="212" y="0"/>
                </a:moveTo>
                <a:cubicBezTo>
                  <a:pt x="95" y="0"/>
                  <a:pt x="0" y="95"/>
                  <a:pt x="0" y="212"/>
                </a:cubicBezTo>
                <a:cubicBezTo>
                  <a:pt x="0" y="329"/>
                  <a:pt x="95" y="424"/>
                  <a:pt x="212" y="424"/>
                </a:cubicBezTo>
                <a:cubicBezTo>
                  <a:pt x="329" y="424"/>
                  <a:pt x="423" y="329"/>
                  <a:pt x="423" y="212"/>
                </a:cubicBezTo>
                <a:cubicBezTo>
                  <a:pt x="423" y="95"/>
                  <a:pt x="329" y="0"/>
                  <a:pt x="212" y="0"/>
                </a:cubicBezTo>
                <a:close/>
                <a:moveTo>
                  <a:pt x="212" y="386"/>
                </a:moveTo>
                <a:cubicBezTo>
                  <a:pt x="116" y="386"/>
                  <a:pt x="38" y="308"/>
                  <a:pt x="38" y="212"/>
                </a:cubicBezTo>
                <a:cubicBezTo>
                  <a:pt x="38" y="116"/>
                  <a:pt x="116" y="38"/>
                  <a:pt x="212" y="38"/>
                </a:cubicBezTo>
                <a:cubicBezTo>
                  <a:pt x="308" y="38"/>
                  <a:pt x="386" y="116"/>
                  <a:pt x="386" y="212"/>
                </a:cubicBezTo>
                <a:cubicBezTo>
                  <a:pt x="386" y="308"/>
                  <a:pt x="308" y="386"/>
                  <a:pt x="212" y="386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 sz="900">
              <a:solidFill>
                <a:schemeClr val="bg1">
                  <a:lumMod val="6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8" name="TextBox 13"/>
          <p:cNvSpPr txBox="1"/>
          <p:nvPr>
            <p:custDataLst>
              <p:tags r:id="rId11"/>
            </p:custDataLst>
          </p:nvPr>
        </p:nvSpPr>
        <p:spPr>
          <a:xfrm>
            <a:off x="5364859" y="2378262"/>
            <a:ext cx="3112020" cy="7689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由一个智能体给出意图，如追问、鼓励、质疑、停顿、总结等。通过行为编排器把意图转化为一些独立参数，例如语速、语调、音量、表情强度等，再进行</a:t>
            </a:r>
            <a:r>
              <a:rPr lang="zh-CN" altLang="en-US" sz="1000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生成</a:t>
            </a:r>
            <a:endParaRPr lang="zh-CN" altLang="en-US" sz="1000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endParaRPr lang="zh-CN" altLang="en-US" sz="1000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7" name="TextBox 13"/>
          <p:cNvSpPr txBox="1"/>
          <p:nvPr>
            <p:custDataLst>
              <p:tags r:id="rId12"/>
            </p:custDataLst>
          </p:nvPr>
        </p:nvSpPr>
        <p:spPr>
          <a:xfrm>
            <a:off x="5364480" y="2053590"/>
            <a:ext cx="2901950" cy="2578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构建</a:t>
            </a:r>
            <a:r>
              <a:rPr lang="en-US" altLang="zh-CN" sz="1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“</a:t>
            </a:r>
            <a:r>
              <a:rPr lang="zh-CN" altLang="en-US" sz="1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意图驱动</a:t>
            </a:r>
            <a:r>
              <a:rPr lang="en-US" altLang="zh-CN" sz="1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”</a:t>
            </a:r>
            <a:r>
              <a:rPr lang="zh-CN" altLang="en-US" sz="1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的</a:t>
            </a:r>
            <a:r>
              <a:rPr lang="zh-CN" altLang="en-US" sz="1400" b="1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行为编排器</a:t>
            </a:r>
            <a:endParaRPr lang="zh-CN" altLang="en-US" sz="1400" b="1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30"/>
    </mc:Choice>
    <mc:Fallback>
      <p:transition spd="slow" advTm="4730"/>
    </mc:Fallback>
  </mc:AlternateContent>
  <p:timing>
    <p:tnLst>
      <p:par>
        <p:cTn id="1" dur="indefinite" restart="never" nodeType="tmRoot"/>
      </p:par>
    </p:tnLst>
    <p:bldLst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/>
        </p:nvSpPr>
        <p:spPr>
          <a:xfrm rot="5400000">
            <a:off x="800155" y="387915"/>
            <a:ext cx="1848556" cy="1936574"/>
          </a:xfrm>
          <a:prstGeom prst="triangle">
            <a:avLst/>
          </a:prstGeom>
          <a:solidFill>
            <a:srgbClr val="2064AD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" name="等腰三角形 4"/>
          <p:cNvSpPr/>
          <p:nvPr/>
        </p:nvSpPr>
        <p:spPr>
          <a:xfrm rot="5400000">
            <a:off x="368107" y="171891"/>
            <a:ext cx="1848556" cy="1936574"/>
          </a:xfrm>
          <a:prstGeom prst="triangle">
            <a:avLst/>
          </a:prstGeom>
          <a:solidFill>
            <a:srgbClr val="2064A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" name="等腰三角形 1"/>
          <p:cNvSpPr/>
          <p:nvPr/>
        </p:nvSpPr>
        <p:spPr>
          <a:xfrm rot="5400000">
            <a:off x="15709" y="-20480"/>
            <a:ext cx="1848556" cy="1936574"/>
          </a:xfrm>
          <a:prstGeom prst="triangle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 flipH="1" flipV="1">
            <a:off x="6456705" y="2946084"/>
            <a:ext cx="1848556" cy="1915917"/>
          </a:xfrm>
          <a:prstGeom prst="triangle">
            <a:avLst/>
          </a:prstGeom>
          <a:solidFill>
            <a:srgbClr val="2064AD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5400000" flipH="1" flipV="1">
            <a:off x="6737095" y="3066447"/>
            <a:ext cx="1848556" cy="1915917"/>
          </a:xfrm>
          <a:prstGeom prst="triangle">
            <a:avLst/>
          </a:prstGeom>
          <a:solidFill>
            <a:srgbClr val="2064A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" name="等腰三角形 8"/>
          <p:cNvSpPr/>
          <p:nvPr/>
        </p:nvSpPr>
        <p:spPr>
          <a:xfrm rot="5400000" flipH="1" flipV="1">
            <a:off x="7118889" y="3278564"/>
            <a:ext cx="1848556" cy="1915917"/>
          </a:xfrm>
          <a:prstGeom prst="triangle">
            <a:avLst/>
          </a:prstGeom>
          <a:solidFill>
            <a:srgbClr val="206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0" name="TextBox 13"/>
          <p:cNvSpPr txBox="1"/>
          <p:nvPr/>
        </p:nvSpPr>
        <p:spPr>
          <a:xfrm>
            <a:off x="1908274" y="2088108"/>
            <a:ext cx="5328592" cy="6642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36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感谢聆听</a:t>
            </a:r>
            <a:endParaRPr lang="en-US" sz="3600" b="1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628354" y="2808188"/>
            <a:ext cx="388843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13"/>
          <p:cNvSpPr txBox="1"/>
          <p:nvPr/>
        </p:nvSpPr>
        <p:spPr>
          <a:xfrm>
            <a:off x="2894330" y="2880360"/>
            <a:ext cx="3355975" cy="2578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89662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小组</a:t>
            </a:r>
            <a:r>
              <a:rPr lang="en-US" altLang="zh-CN" sz="1400" b="1" dirty="0">
                <a:solidFill>
                  <a:srgbClr val="000000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12</a:t>
            </a:r>
            <a:endParaRPr lang="en-US" altLang="zh-CN" sz="1400" b="1" dirty="0">
              <a:solidFill>
                <a:srgbClr val="000000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86"/>
    </mc:Choice>
    <mc:Fallback>
      <p:transition spd="slow" advTm="10186"/>
    </mc:Fallback>
  </mc:AlternateContent>
  <p:timing>
    <p:tnLst>
      <p:par>
        <p:cTn id="1" dur="indefinite" restart="never" nodeType="tmRoot"/>
      </p:par>
    </p:tnLst>
    <p:bldLst>
      <p:bldP spid="6" grpId="0" animBg="1"/>
      <p:bldP spid="5" grpId="0" animBg="1"/>
      <p:bldP spid="2" grpId="0" animBg="1"/>
      <p:bldP spid="7" grpId="0" animBg="1"/>
      <p:bldP spid="8" grpId="0" animBg="1"/>
      <p:bldP spid="9" grpId="0" animBg="1"/>
      <p:bldP spid="10" grpId="0"/>
      <p:bldP spid="10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218.00677165354327,&quot;left&quot;:240.97653543307086,&quot;top&quot;:134.8266929133858,&quot;width&quot;:396.89448818897637}"/>
</p:tagLst>
</file>

<file path=ppt/tags/tag2.xml><?xml version="1.0" encoding="utf-8"?>
<p:tagLst xmlns:p="http://schemas.openxmlformats.org/presentationml/2006/main">
  <p:tag name="KSO_WM_DIAGRAM_VIRTUALLY_FRAME" val="{&quot;height&quot;:218.00677165354327,&quot;left&quot;:240.97653543307086,&quot;top&quot;:134.8266929133858,&quot;width&quot;:396.89448818897637}"/>
</p:tagLst>
</file>

<file path=ppt/tags/tag3.xml><?xml version="1.0" encoding="utf-8"?>
<p:tagLst xmlns:p="http://schemas.openxmlformats.org/presentationml/2006/main">
  <p:tag name="KSO_WM_DIAGRAM_VIRTUALLY_FRAME" val="{&quot;height&quot;:218.00677165354327,&quot;left&quot;:240.97653543307086,&quot;top&quot;:134.8266929133858,&quot;width&quot;:396.89448818897637}"/>
</p:tagLst>
</file>

<file path=ppt/tags/tag4.xml><?xml version="1.0" encoding="utf-8"?>
<p:tagLst xmlns:p="http://schemas.openxmlformats.org/presentationml/2006/main">
  <p:tag name="KSO_WM_DIAGRAM_VIRTUALLY_FRAME" val="{&quot;height&quot;:218.00677165354327,&quot;left&quot;:240.97653543307086,&quot;top&quot;:134.8266929133858,&quot;width&quot;:396.89448818897637}"/>
</p:tagLst>
</file>

<file path=ppt/tags/tag5.xml><?xml version="1.0" encoding="utf-8"?>
<p:tagLst xmlns:p="http://schemas.openxmlformats.org/presentationml/2006/main">
  <p:tag name="KSO_WM_DIAGRAM_VIRTUALLY_FRAME" val="{&quot;height&quot;:218.00677165354327,&quot;left&quot;:240.97653543307086,&quot;top&quot;:134.8266929133858,&quot;width&quot;:396.89448818897637}"/>
</p:tagLst>
</file>

<file path=ppt/tags/tag6.xml><?xml version="1.0" encoding="utf-8"?>
<p:tagLst xmlns:p="http://schemas.openxmlformats.org/presentationml/2006/main">
  <p:tag name="KSO_WM_DIAGRAM_VIRTUALLY_FRAME" val="{&quot;height&quot;:218.00677165354327,&quot;left&quot;:240.97653543307086,&quot;top&quot;:134.8266929133858,&quot;width&quot;:396.89448818897637}"/>
</p:tagLst>
</file>

<file path=ppt/tags/tag7.xml><?xml version="1.0" encoding="utf-8"?>
<p:tagLst xmlns:p="http://schemas.openxmlformats.org/presentationml/2006/main">
  <p:tag name="KSO_WM_DIAGRAM_VIRTUALLY_FRAME" val="{&quot;height&quot;:218.00677165354327,&quot;left&quot;:240.97653543307086,&quot;top&quot;:134.8266929133858,&quot;width&quot;:396.89448818897637}"/>
</p:tagLst>
</file>

<file path=ppt/tags/tag8.xml><?xml version="1.0" encoding="utf-8"?>
<p:tagLst xmlns:p="http://schemas.openxmlformats.org/presentationml/2006/main">
  <p:tag name="KSO_WM_DIAGRAM_VIRTUALLY_FRAME" val="{&quot;height&quot;:218.00677165354327,&quot;left&quot;:240.97653543307086,&quot;top&quot;:134.8266929133858,&quot;width&quot;:396.89448818897637}"/>
</p:tagLst>
</file>

<file path=ppt/tags/tag9.xml><?xml version="1.0" encoding="utf-8"?>
<p:tagLst xmlns:p="http://schemas.openxmlformats.org/presentationml/2006/main">
  <p:tag name="KSO_WM_DIAGRAM_VIRTUALLY_FRAME" val="{&quot;height&quot;:218.00677165354327,&quot;left&quot;:240.97653543307086,&quot;top&quot;:134.8266929133858,&quot;width&quot;:396.89448818897637}"/>
</p:tagLst>
</file>

<file path=ppt/tags/tag10.xml><?xml version="1.0" encoding="utf-8"?>
<p:tagLst xmlns:p="http://schemas.openxmlformats.org/presentationml/2006/main">
  <p:tag name="KSO_WM_DIAGRAM_VIRTUALLY_FRAME" val="{&quot;height&quot;:218.00677165354327,&quot;left&quot;:240.97653543307086,&quot;top&quot;:134.8266929133858,&quot;width&quot;:396.89448818897637}"/>
</p:tagLst>
</file>

<file path=ppt/tags/tag11.xml><?xml version="1.0" encoding="utf-8"?>
<p:tagLst xmlns:p="http://schemas.openxmlformats.org/presentationml/2006/main">
  <p:tag name="KSO_WM_DIAGRAM_VIRTUALLY_FRAME" val="{&quot;height&quot;:218.00677165354327,&quot;left&quot;:240.97653543307086,&quot;top&quot;:134.8266929133858,&quot;width&quot;:396.89448818897637}"/>
</p:tagLst>
</file>

<file path=ppt/tags/tag12.xml><?xml version="1.0" encoding="utf-8"?>
<p:tagLst xmlns:p="http://schemas.openxmlformats.org/presentationml/2006/main">
  <p:tag name="KSO_WM_DIAGRAM_VIRTUALLY_FRAME" val="{&quot;height&quot;:218.00677165354327,&quot;left&quot;:240.97653543307086,&quot;top&quot;:134.8266929133858,&quot;width&quot;:396.89448818897637}"/>
</p:tagLst>
</file>

<file path=ppt/tags/tag13.xml><?xml version="1.0" encoding="utf-8"?>
<p:tagLst xmlns:p="http://schemas.openxmlformats.org/presentationml/2006/main">
  <p:tag name="KSO_WM_DIAGRAM_VIRTUALLY_FRAME" val="{&quot;height&quot;:256.49866141732286,&quot;left&quot;:99.02204724409448,&quot;top&quot;:81.75787401574803,&quot;width&quot;:510.706062992126}"/>
</p:tagLst>
</file>

<file path=ppt/tags/tag14.xml><?xml version="1.0" encoding="utf-8"?>
<p:tagLst xmlns:p="http://schemas.openxmlformats.org/presentationml/2006/main">
  <p:tag name="KSO_WM_DIAGRAM_VIRTUALLY_FRAME" val="{&quot;height&quot;:256.49866141732286,&quot;left&quot;:99.02204724409448,&quot;top&quot;:81.75787401574803,&quot;width&quot;:510.706062992126}"/>
</p:tagLst>
</file>

<file path=ppt/tags/tag15.xml><?xml version="1.0" encoding="utf-8"?>
<p:tagLst xmlns:p="http://schemas.openxmlformats.org/presentationml/2006/main">
  <p:tag name="KSO_WM_DIAGRAM_VIRTUALLY_FRAME" val="{&quot;height&quot;:200.25,&quot;left&quot;:35.430393700787405,&quot;top&quot;:142.85,&quot;width&quot;:642.3118110236221}"/>
</p:tagLst>
</file>

<file path=ppt/tags/tag16.xml><?xml version="1.0" encoding="utf-8"?>
<p:tagLst xmlns:p="http://schemas.openxmlformats.org/presentationml/2006/main">
  <p:tag name="TIMING" val="|1.4|0.9"/>
</p:tagLst>
</file>

<file path=ppt/tags/tag17.xml><?xml version="1.0" encoding="utf-8"?>
<p:tagLst xmlns:p="http://schemas.openxmlformats.org/presentationml/2006/main">
  <p:tag name="KSO_WM_DIAGRAM_VIRTUALLY_FRAME" val="{&quot;height&quot;:200.25,&quot;left&quot;:35.430393700787405,&quot;top&quot;:142.85,&quot;width&quot;:642.3118110236221}"/>
</p:tagLst>
</file>

<file path=ppt/tags/tag18.xml><?xml version="1.0" encoding="utf-8"?>
<p:tagLst xmlns:p="http://schemas.openxmlformats.org/presentationml/2006/main">
  <p:tag name="KSO_WM_DIAGRAM_VIRTUALLY_FRAME" val="{&quot;height&quot;:245.34976377952754,&quot;left&quot;:61.150551181102365,&quot;top&quot;:93.7936220472441,&quot;width&quot;:586.4490551181102}"/>
</p:tagLst>
</file>

<file path=ppt/tags/tag19.xml><?xml version="1.0" encoding="utf-8"?>
<p:tagLst xmlns:p="http://schemas.openxmlformats.org/presentationml/2006/main">
  <p:tag name="KSO_WM_DIAGRAM_VIRTUALLY_FRAME" val="{&quot;height&quot;:245.34976377952754,&quot;left&quot;:61.150551181102365,&quot;top&quot;:93.7936220472441,&quot;width&quot;:586.4490551181102}"/>
</p:tagLst>
</file>

<file path=ppt/tags/tag20.xml><?xml version="1.0" encoding="utf-8"?>
<p:tagLst xmlns:p="http://schemas.openxmlformats.org/presentationml/2006/main">
  <p:tag name="KSO_WM_DIAGRAM_VIRTUALLY_FRAME" val="{&quot;height&quot;:245.34976377952754,&quot;left&quot;:61.150551181102365,&quot;top&quot;:93.7936220472441,&quot;width&quot;:586.4490551181102}"/>
</p:tagLst>
</file>

<file path=ppt/tags/tag21.xml><?xml version="1.0" encoding="utf-8"?>
<p:tagLst xmlns:p="http://schemas.openxmlformats.org/presentationml/2006/main">
  <p:tag name="KSO_WM_DIAGRAM_VIRTUALLY_FRAME" val="{&quot;height&quot;:245.34976377952754,&quot;left&quot;:61.150551181102365,&quot;top&quot;:93.7936220472441,&quot;width&quot;:586.4490551181102}"/>
</p:tagLst>
</file>

<file path=ppt/tags/tag22.xml><?xml version="1.0" encoding="utf-8"?>
<p:tagLst xmlns:p="http://schemas.openxmlformats.org/presentationml/2006/main">
  <p:tag name="KSO_WM_DIAGRAM_VIRTUALLY_FRAME" val="{&quot;height&quot;:245.34976377952754,&quot;left&quot;:61.150551181102365,&quot;top&quot;:93.7936220472441,&quot;width&quot;:586.4490551181102}"/>
</p:tagLst>
</file>

<file path=ppt/tags/tag23.xml><?xml version="1.0" encoding="utf-8"?>
<p:tagLst xmlns:p="http://schemas.openxmlformats.org/presentationml/2006/main">
  <p:tag name="KSO_WM_DIAGRAM_VIRTUALLY_FRAME" val="{&quot;height&quot;:245.34976377952754,&quot;left&quot;:61.150551181102365,&quot;top&quot;:93.7936220472441,&quot;width&quot;:586.4490551181102}"/>
</p:tagLst>
</file>

<file path=ppt/tags/tag24.xml><?xml version="1.0" encoding="utf-8"?>
<p:tagLst xmlns:p="http://schemas.openxmlformats.org/presentationml/2006/main">
  <p:tag name="KSO_WM_DIAGRAM_VIRTUALLY_FRAME" val="{&quot;height&quot;:245.34976377952754,&quot;left&quot;:61.150551181102365,&quot;top&quot;:93.7936220472441,&quot;width&quot;:586.4490551181102}"/>
</p:tagLst>
</file>

<file path=ppt/tags/tag25.xml><?xml version="1.0" encoding="utf-8"?>
<p:tagLst xmlns:p="http://schemas.openxmlformats.org/presentationml/2006/main">
  <p:tag name="KSO_WM_DIAGRAM_VIRTUALLY_FRAME" val="{&quot;height&quot;:200.25,&quot;left&quot;:35.430393700787405,&quot;top&quot;:142.85,&quot;width&quot;:642.3118110236221}"/>
</p:tagLst>
</file>

<file path=ppt/tags/tag26.xml><?xml version="1.0" encoding="utf-8"?>
<p:tagLst xmlns:p="http://schemas.openxmlformats.org/presentationml/2006/main">
  <p:tag name="KSO_WM_DIAGRAM_VIRTUALLY_FRAME" val="{&quot;height&quot;:200.25,&quot;left&quot;:35.430393700787405,&quot;top&quot;:142.85,&quot;width&quot;:642.3118110236221}"/>
</p:tagLst>
</file>

<file path=ppt/tags/tag27.xml><?xml version="1.0" encoding="utf-8"?>
<p:tagLst xmlns:p="http://schemas.openxmlformats.org/presentationml/2006/main">
  <p:tag name="KSO_WM_DIAGRAM_VIRTUALLY_FRAME" val="{&quot;height&quot;:200.25,&quot;left&quot;:35.430393700787405,&quot;top&quot;:142.85,&quot;width&quot;:642.3118110236221}"/>
</p:tagLst>
</file>

<file path=ppt/tags/tag28.xml><?xml version="1.0" encoding="utf-8"?>
<p:tagLst xmlns:p="http://schemas.openxmlformats.org/presentationml/2006/main">
  <p:tag name="KSO_WM_DIAGRAM_VIRTUALLY_FRAME" val="{&quot;height&quot;:200.25,&quot;left&quot;:35.430393700787405,&quot;top&quot;:142.85,&quot;width&quot;:642.3118110236221}"/>
</p:tagLst>
</file>

<file path=ppt/tags/tag29.xml><?xml version="1.0" encoding="utf-8"?>
<p:tagLst xmlns:p="http://schemas.openxmlformats.org/presentationml/2006/main">
  <p:tag name="KSO_WM_DIAGRAM_VIRTUALLY_FRAME" val="{&quot;height&quot;:200.25,&quot;left&quot;:35.430393700787405,&quot;top&quot;:142.85,&quot;width&quot;:642.3118110236221}"/>
</p:tagLst>
</file>

<file path=ppt/tags/tag30.xml><?xml version="1.0" encoding="utf-8"?>
<p:tagLst xmlns:p="http://schemas.openxmlformats.org/presentationml/2006/main">
  <p:tag name="TIMING" val="|1.4|0.9"/>
</p:tagLst>
</file>

<file path=ppt/tags/tag31.xml><?xml version="1.0" encoding="utf-8"?>
<p:tagLst xmlns:p="http://schemas.openxmlformats.org/presentationml/2006/main">
  <p:tag name="KSO_WM_DIAGRAM_VIRTUALLY_FRAME" val="{&quot;height&quot;:245.34976377952754,&quot;left&quot;:61.150551181102365,&quot;top&quot;:93.7936220472441,&quot;width&quot;:586.4490551181102}"/>
</p:tagLst>
</file>

<file path=ppt/tags/tag32.xml><?xml version="1.0" encoding="utf-8"?>
<p:tagLst xmlns:p="http://schemas.openxmlformats.org/presentationml/2006/main">
  <p:tag name="KSO_WM_DIAGRAM_VIRTUALLY_FRAME" val="{&quot;height&quot;:200.25,&quot;left&quot;:35.430393700787405,&quot;top&quot;:142.85,&quot;width&quot;:642.3118110236221}"/>
</p:tagLst>
</file>

<file path=ppt/tags/tag33.xml><?xml version="1.0" encoding="utf-8"?>
<p:tagLst xmlns:p="http://schemas.openxmlformats.org/presentationml/2006/main">
  <p:tag name="KSO_WM_DIAGRAM_VIRTUALLY_FRAME" val="{&quot;height&quot;:200.25,&quot;left&quot;:35.430393700787405,&quot;top&quot;:142.85,&quot;width&quot;:642.3118110236221}"/>
</p:tagLst>
</file>

<file path=ppt/tags/tag34.xml><?xml version="1.0" encoding="utf-8"?>
<p:tagLst xmlns:p="http://schemas.openxmlformats.org/presentationml/2006/main">
  <p:tag name="TIMING" val="|1.4|0.9"/>
</p:tagLst>
</file>

<file path=ppt/tags/tag35.xml><?xml version="1.0" encoding="utf-8"?>
<p:tagLst xmlns:p="http://schemas.openxmlformats.org/presentationml/2006/main">
  <p:tag name="KSO_WM_DIAGRAM_VIRTUALLY_FRAME" val="{&quot;height&quot;:256.49866141732286,&quot;left&quot;:99.02204724409448,&quot;top&quot;:81.75787401574803,&quot;width&quot;:510.706062992126}"/>
</p:tagLst>
</file>

<file path=ppt/tags/tag36.xml><?xml version="1.0" encoding="utf-8"?>
<p:tagLst xmlns:p="http://schemas.openxmlformats.org/presentationml/2006/main">
  <p:tag name="KSO_WM_DIAGRAM_VIRTUALLY_FRAME" val="{&quot;height&quot;:256.49866141732286,&quot;left&quot;:99.02204724409448,&quot;top&quot;:81.75787401574803,&quot;width&quot;:510.706062992126}"/>
</p:tagLst>
</file>

<file path=ppt/tags/tag37.xml><?xml version="1.0" encoding="utf-8"?>
<p:tagLst xmlns:p="http://schemas.openxmlformats.org/presentationml/2006/main">
  <p:tag name="KSO_WM_DIAGRAM_VIRTUALLY_FRAME" val="{&quot;height&quot;:200.25,&quot;left&quot;:35.430393700787405,&quot;top&quot;:142.85,&quot;width&quot;:642.3118110236221}"/>
</p:tagLst>
</file>

<file path=ppt/tags/tag38.xml><?xml version="1.0" encoding="utf-8"?>
<p:tagLst xmlns:p="http://schemas.openxmlformats.org/presentationml/2006/main">
  <p:tag name="TIMING" val="|1.4|0.9"/>
</p:tagLst>
</file>

<file path=ppt/tags/tag39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40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41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42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43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44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45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46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47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48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49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50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51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52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53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54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55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56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57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58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59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60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61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62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63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64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65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66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67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68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69.xml><?xml version="1.0" encoding="utf-8"?>
<p:tagLst xmlns:p="http://schemas.openxmlformats.org/presentationml/2006/main">
  <p:tag name="KSO_WM_DIAGRAM_VIRTUALLY_FRAME" val="{&quot;height&quot;:290.67661417322836,&quot;left&quot;:70.9,&quot;top&quot;:106.20811023622048,&quot;width&quot;:563.65}"/>
</p:tagLst>
</file>

<file path=ppt/tags/tag70.xml><?xml version="1.0" encoding="utf-8"?>
<p:tagLst xmlns:p="http://schemas.openxmlformats.org/presentationml/2006/main">
  <p:tag name="TIMING" val="|0.5"/>
</p:tagLst>
</file>

<file path=ppt/tags/tag71.xml><?xml version="1.0" encoding="utf-8"?>
<p:tagLst xmlns:p="http://schemas.openxmlformats.org/presentationml/2006/main">
  <p:tag name="KSO_WM_DIAGRAM_VIRTUALLY_FRAME" val="{&quot;height&quot;:194.4,&quot;left&quot;:31.007795275590553,&quot;top&quot;:124.75,&quot;width&quot;:646.7344094488188}"/>
</p:tagLst>
</file>

<file path=ppt/tags/tag72.xml><?xml version="1.0" encoding="utf-8"?>
<p:tagLst xmlns:p="http://schemas.openxmlformats.org/presentationml/2006/main">
  <p:tag name="KSO_WM_DIAGRAM_VIRTUALLY_FRAME" val="{&quot;height&quot;:194.4,&quot;left&quot;:31.007795275590553,&quot;top&quot;:124.75,&quot;width&quot;:646.7344094488188}"/>
</p:tagLst>
</file>

<file path=ppt/tags/tag73.xml><?xml version="1.0" encoding="utf-8"?>
<p:tagLst xmlns:p="http://schemas.openxmlformats.org/presentationml/2006/main">
  <p:tag name="KSO_WM_DIAGRAM_VIRTUALLY_FRAME" val="{&quot;height&quot;:220.55480314960627,&quot;left&quot;:31.007795275590553,&quot;top&quot;:124.75,&quot;width&quot;:646.7344094488188}"/>
</p:tagLst>
</file>

<file path=ppt/tags/tag74.xml><?xml version="1.0" encoding="utf-8"?>
<p:tagLst xmlns:p="http://schemas.openxmlformats.org/presentationml/2006/main">
  <p:tag name="KSO_WM_DIAGRAM_VIRTUALLY_FRAME" val="{&quot;height&quot;:194.4,&quot;left&quot;:31.007795275590553,&quot;top&quot;:124.75,&quot;width&quot;:646.7344094488188}"/>
</p:tagLst>
</file>

<file path=ppt/tags/tag75.xml><?xml version="1.0" encoding="utf-8"?>
<p:tagLst xmlns:p="http://schemas.openxmlformats.org/presentationml/2006/main">
  <p:tag name="KSO_WM_DIAGRAM_VIRTUALLY_FRAME" val="{&quot;height&quot;:194.4,&quot;left&quot;:31.007795275590553,&quot;top&quot;:124.75,&quot;width&quot;:646.7344094488188}"/>
</p:tagLst>
</file>

<file path=ppt/tags/tag76.xml><?xml version="1.0" encoding="utf-8"?>
<p:tagLst xmlns:p="http://schemas.openxmlformats.org/presentationml/2006/main">
  <p:tag name="KSO_WM_DIAGRAM_VIRTUALLY_FRAME" val="{&quot;height&quot;:194.4,&quot;left&quot;:31.007795275590553,&quot;top&quot;:124.75,&quot;width&quot;:646.7344094488188}"/>
</p:tagLst>
</file>

<file path=ppt/tags/tag77.xml><?xml version="1.0" encoding="utf-8"?>
<p:tagLst xmlns:p="http://schemas.openxmlformats.org/presentationml/2006/main">
  <p:tag name="KSO_WM_DIAGRAM_VIRTUALLY_FRAME" val="{&quot;height&quot;:194.4,&quot;left&quot;:31.007795275590553,&quot;top&quot;:124.75,&quot;width&quot;:646.7344094488188}"/>
</p:tagLst>
</file>

<file path=ppt/tags/tag78.xml><?xml version="1.0" encoding="utf-8"?>
<p:tagLst xmlns:p="http://schemas.openxmlformats.org/presentationml/2006/main">
  <p:tag name="KSO_WM_DIAGRAM_VIRTUALLY_FRAME" val="{&quot;height&quot;:194.4,&quot;left&quot;:31.007795275590553,&quot;top&quot;:124.75,&quot;width&quot;:646.7344094488188}"/>
</p:tagLst>
</file>

<file path=ppt/tags/tag79.xml><?xml version="1.0" encoding="utf-8"?>
<p:tagLst xmlns:p="http://schemas.openxmlformats.org/presentationml/2006/main">
  <p:tag name="KSO_WM_DIAGRAM_VIRTUALLY_FRAME" val="{&quot;height&quot;:214.86755905511808,&quot;left&quot;:21.438385826771647,&quot;top&quot;:108.15590551181101,&quot;width&quot;:656.6002755905513}"/>
</p:tagLst>
</file>

<file path=ppt/tags/tag80.xml><?xml version="1.0" encoding="utf-8"?>
<p:tagLst xmlns:p="http://schemas.openxmlformats.org/presentationml/2006/main">
  <p:tag name="KSO_WM_DIAGRAM_VIRTUALLY_FRAME" val="{&quot;height&quot;:214.86755905511808,&quot;left&quot;:21.438385826771647,&quot;top&quot;:108.15590551181101,&quot;width&quot;:656.6002755905513}"/>
</p:tagLst>
</file>

<file path=ppt/tags/tag81.xml><?xml version="1.0" encoding="utf-8"?>
<p:tagLst xmlns:p="http://schemas.openxmlformats.org/presentationml/2006/main">
  <p:tag name="KSO_WM_DIAGRAM_VIRTUALLY_FRAME" val="{&quot;height&quot;:214.86755905511808,&quot;left&quot;:21.438385826771647,&quot;top&quot;:108.15590551181101,&quot;width&quot;:656.6002755905513}"/>
</p:tagLst>
</file>

<file path=ppt/tags/tag82.xml><?xml version="1.0" encoding="utf-8"?>
<p:tagLst xmlns:p="http://schemas.openxmlformats.org/presentationml/2006/main">
  <p:tag name="KSO_WM_DIAGRAM_VIRTUALLY_FRAME" val="{&quot;height&quot;:214.86755905511808,&quot;left&quot;:21.438385826771647,&quot;top&quot;:108.15590551181101,&quot;width&quot;:656.6002755905513}"/>
</p:tagLst>
</file>

<file path=ppt/tags/tag83.xml><?xml version="1.0" encoding="utf-8"?>
<p:tagLst xmlns:p="http://schemas.openxmlformats.org/presentationml/2006/main">
  <p:tag name="KSO_WM_DIAGRAM_VIRTUALLY_FRAME" val="{&quot;height&quot;:214.86755905511808,&quot;left&quot;:21.438385826771647,&quot;top&quot;:108.15590551181101,&quot;width&quot;:656.6002755905513}"/>
</p:tagLst>
</file>

<file path=ppt/tags/tag84.xml><?xml version="1.0" encoding="utf-8"?>
<p:tagLst xmlns:p="http://schemas.openxmlformats.org/presentationml/2006/main">
  <p:tag name="KSO_WM_DIAGRAM_VIRTUALLY_FRAME" val="{&quot;height&quot;:214.86755905511808,&quot;left&quot;:21.438385826771647,&quot;top&quot;:108.15590551181101,&quot;width&quot;:656.6002755905513}"/>
</p:tagLst>
</file>

<file path=ppt/tags/tag85.xml><?xml version="1.0" encoding="utf-8"?>
<p:tagLst xmlns:p="http://schemas.openxmlformats.org/presentationml/2006/main">
  <p:tag name="KSO_WM_DIAGRAM_VIRTUALLY_FRAME" val="{&quot;height&quot;:214.86755905511808,&quot;left&quot;:21.438385826771647,&quot;top&quot;:108.15590551181101,&quot;width&quot;:656.6002755905513}"/>
</p:tagLst>
</file>

<file path=ppt/tags/tag86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80.1855905511811}"/>
</p:tagLst>
</file>

<file path=ppt/tags/tag87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80.1855905511811}"/>
</p:tagLst>
</file>

<file path=ppt/tags/tag88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80.1855905511811}"/>
</p:tagLst>
</file>

<file path=ppt/tags/tag89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80.1855905511811}"/>
</p:tagLst>
</file>

<file path=ppt/tags/tag90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80.1855905511811}"/>
</p:tagLst>
</file>

<file path=ppt/tags/tag91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80.1855905511811}"/>
</p:tagLst>
</file>

<file path=ppt/tags/tag92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80.1855905511811}"/>
</p:tagLst>
</file>

<file path=ppt/tags/tag93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80.1855905511811}"/>
</p:tagLst>
</file>

<file path=ppt/tags/tag94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80.1855905511811}"/>
</p:tagLst>
</file>

<file path=ppt/tags/tag95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80.1855905511811}"/>
</p:tagLst>
</file>

<file path=ppt/tags/tag96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80.1855905511811}"/>
</p:tagLst>
</file>

<file path=ppt/tags/tag97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80.1855905511811}"/>
</p:tagLst>
</file>

<file path=ppt/tags/tag98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80.1855905511811}"/>
</p:tagLst>
</file>

<file path=ppt/tags/tag99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78.7855905511811}"/>
</p:tagLst>
</file>

<file path=ppt/tags/tag100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78.7855905511811}"/>
</p:tagLst>
</file>

<file path=ppt/tags/tag101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78.7855905511811}"/>
</p:tagLst>
</file>

<file path=ppt/tags/tag102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78.7855905511811}"/>
</p:tagLst>
</file>

<file path=ppt/tags/tag103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78.7855905511811}"/>
</p:tagLst>
</file>

<file path=ppt/tags/tag104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80.1855905511811}"/>
</p:tagLst>
</file>

<file path=ppt/tags/tag105.xml><?xml version="1.0" encoding="utf-8"?>
<p:tagLst xmlns:p="http://schemas.openxmlformats.org/presentationml/2006/main">
  <p:tag name="KSO_WM_DIAGRAM_VIRTUALLY_FRAME" val="{&quot;height&quot;:257.9499212598426,&quot;left&quot;:69.49637795275592,&quot;top&quot;:84.94267716535433,&quot;width&quot;:180.1855905511811}"/>
</p:tagLst>
</file>

<file path=ppt/tags/tag106.xml><?xml version="1.0" encoding="utf-8"?>
<p:tagLst xmlns:p="http://schemas.openxmlformats.org/presentationml/2006/main">
  <p:tag name="TIMING" val="|0.6"/>
</p:tagLst>
</file>

<file path=ppt/tags/tag107.xml><?xml version="1.0" encoding="utf-8"?>
<p:tagLst xmlns:p="http://schemas.openxmlformats.org/presentationml/2006/main">
  <p:tag name="KSO_WM_DIAGRAM_VIRTUALLY_FRAME" val="{&quot;height&quot;:237.0147244094488,&quot;left&quot;:384.25889763779526,&quot;top&quot;:96.4,&quot;width&quot;:317.1537007874016}"/>
</p:tagLst>
</file>

<file path=ppt/tags/tag108.xml><?xml version="1.0" encoding="utf-8"?>
<p:tagLst xmlns:p="http://schemas.openxmlformats.org/presentationml/2006/main">
  <p:tag name="KSO_WM_DIAGRAM_VIRTUALLY_FRAME" val="{&quot;height&quot;:237.0147244094488,&quot;left&quot;:384.25889763779526,&quot;top&quot;:96.4,&quot;width&quot;:317.1537007874016}"/>
</p:tagLst>
</file>

<file path=ppt/tags/tag109.xml><?xml version="1.0" encoding="utf-8"?>
<p:tagLst xmlns:p="http://schemas.openxmlformats.org/presentationml/2006/main">
  <p:tag name="KSO_WM_DIAGRAM_VIRTUALLY_FRAME" val="{&quot;height&quot;:237.0147244094488,&quot;left&quot;:384.25889763779526,&quot;top&quot;:96.4,&quot;width&quot;:317.1537007874016}"/>
</p:tagLst>
</file>

<file path=ppt/tags/tag110.xml><?xml version="1.0" encoding="utf-8"?>
<p:tagLst xmlns:p="http://schemas.openxmlformats.org/presentationml/2006/main">
  <p:tag name="KSO_WM_DIAGRAM_VIRTUALLY_FRAME" val="{&quot;height&quot;:237.0147244094488,&quot;left&quot;:384.25889763779526,&quot;top&quot;:96.4,&quot;width&quot;:317.1537007874016}"/>
</p:tagLst>
</file>

<file path=ppt/tags/tag111.xml><?xml version="1.0" encoding="utf-8"?>
<p:tagLst xmlns:p="http://schemas.openxmlformats.org/presentationml/2006/main">
  <p:tag name="KSO_WM_DIAGRAM_VIRTUALLY_FRAME" val="{&quot;height&quot;:237.0147244094488,&quot;left&quot;:384.25889763779526,&quot;top&quot;:96.4,&quot;width&quot;:317.1537007874016}"/>
</p:tagLst>
</file>

<file path=ppt/tags/tag112.xml><?xml version="1.0" encoding="utf-8"?>
<p:tagLst xmlns:p="http://schemas.openxmlformats.org/presentationml/2006/main">
  <p:tag name="KSO_WM_DIAGRAM_VIRTUALLY_FRAME" val="{&quot;height&quot;:237.0147244094488,&quot;left&quot;:384.25889763779526,&quot;top&quot;:96.4,&quot;width&quot;:317.1537007874016}"/>
</p:tagLst>
</file>

<file path=ppt/tags/tag113.xml><?xml version="1.0" encoding="utf-8"?>
<p:tagLst xmlns:p="http://schemas.openxmlformats.org/presentationml/2006/main">
  <p:tag name="KSO_WM_DIAGRAM_VIRTUALLY_FRAME" val="{&quot;height&quot;:237.0147244094488,&quot;left&quot;:384.25889763779526,&quot;top&quot;:96.4,&quot;width&quot;:317.1537007874016}"/>
</p:tagLst>
</file>

<file path=ppt/tags/tag114.xml><?xml version="1.0" encoding="utf-8"?>
<p:tagLst xmlns:p="http://schemas.openxmlformats.org/presentationml/2006/main">
  <p:tag name="KSO_WM_DIAGRAM_VIRTUALLY_FRAME" val="{&quot;height&quot;:237.0147244094488,&quot;left&quot;:384.25889763779526,&quot;top&quot;:96.4,&quot;width&quot;:317.1537007874016}"/>
</p:tagLst>
</file>

<file path=ppt/tags/tag115.xml><?xml version="1.0" encoding="utf-8"?>
<p:tagLst xmlns:p="http://schemas.openxmlformats.org/presentationml/2006/main">
  <p:tag name="KSO_WM_DIAGRAM_VIRTUALLY_FRAME" val="{&quot;height&quot;:237.0147244094488,&quot;left&quot;:384.25889763779526,&quot;top&quot;:96.4,&quot;width&quot;:317.1537007874016}"/>
</p:tagLst>
</file>

<file path=ppt/tags/tag116.xml><?xml version="1.0" encoding="utf-8"?>
<p:tagLst xmlns:p="http://schemas.openxmlformats.org/presentationml/2006/main">
  <p:tag name="KSO_WM_DIAGRAM_VIRTUALLY_FRAME" val="{&quot;height&quot;:237.0147244094488,&quot;left&quot;:384.25889763779526,&quot;top&quot;:96.4,&quot;width&quot;:317.1537007874016}"/>
</p:tagLst>
</file>

<file path=ppt/tags/tag117.xml><?xml version="1.0" encoding="utf-8"?>
<p:tagLst xmlns:p="http://schemas.openxmlformats.org/presentationml/2006/main">
  <p:tag name="KSO_WM_DIAGRAM_VIRTUALLY_FRAME" val="{&quot;height&quot;:237.0147244094488,&quot;left&quot;:384.25889763779526,&quot;top&quot;:96.4,&quot;width&quot;:317.1537007874016}"/>
</p:tagLst>
</file>

<file path=ppt/tags/tag118.xml><?xml version="1.0" encoding="utf-8"?>
<p:tagLst xmlns:p="http://schemas.openxmlformats.org/presentationml/2006/main">
  <p:tag name="KSO_WM_DIAGRAM_VIRTUALLY_FRAME" val="{&quot;height&quot;:237.0147244094488,&quot;left&quot;:384.25889763779526,&quot;top&quot;:96.4,&quot;width&quot;:317.1537007874016}"/>
</p:tagLst>
</file>

<file path=ppt/tags/tag119.xml><?xml version="1.0" encoding="utf-8"?>
<p:tagLst xmlns:p="http://schemas.openxmlformats.org/presentationml/2006/main">
  <p:tag name="TIMING" val="|1.7|1|0.7|0.6"/>
</p:tagLst>
</file>

<file path=ppt/tags/tag120.xml><?xml version="1.0" encoding="utf-8"?>
<p:tagLst xmlns:p="http://schemas.openxmlformats.org/presentationml/2006/main">
  <p:tag name="KSO_WM_DIAGRAM_VIRTUALLY_FRAME" val="{&quot;height&quot;:196.23173228346468,&quot;left&quot;:384.25889763779526,&quot;top&quot;:129.2,&quot;width&quot;:317.1537007874016}"/>
</p:tagLst>
</file>

<file path=ppt/tags/tag121.xml><?xml version="1.0" encoding="utf-8"?>
<p:tagLst xmlns:p="http://schemas.openxmlformats.org/presentationml/2006/main">
  <p:tag name="KSO_WM_DIAGRAM_VIRTUALLY_FRAME" val="{&quot;height&quot;:196.23173228346468,&quot;left&quot;:384.25889763779526,&quot;top&quot;:129.2,&quot;width&quot;:317.1537007874016}"/>
</p:tagLst>
</file>

<file path=ppt/tags/tag122.xml><?xml version="1.0" encoding="utf-8"?>
<p:tagLst xmlns:p="http://schemas.openxmlformats.org/presentationml/2006/main">
  <p:tag name="KSO_WM_DIAGRAM_VIRTUALLY_FRAME" val="{&quot;height&quot;:196.23173228346468,&quot;left&quot;:384.25889763779526,&quot;top&quot;:129.2,&quot;width&quot;:317.1537007874016}"/>
</p:tagLst>
</file>

<file path=ppt/tags/tag123.xml><?xml version="1.0" encoding="utf-8"?>
<p:tagLst xmlns:p="http://schemas.openxmlformats.org/presentationml/2006/main">
  <p:tag name="KSO_WM_DIAGRAM_VIRTUALLY_FRAME" val="{&quot;height&quot;:225.9147244094488,&quot;left&quot;:384.25889763779526,&quot;top&quot;:129.2,&quot;width&quot;:317.1537007874016}"/>
</p:tagLst>
</file>

<file path=ppt/tags/tag124.xml><?xml version="1.0" encoding="utf-8"?>
<p:tagLst xmlns:p="http://schemas.openxmlformats.org/presentationml/2006/main">
  <p:tag name="KSO_WM_DIAGRAM_VIRTUALLY_FRAME" val="{&quot;height&quot;:225.9147244094488,&quot;left&quot;:384.25889763779526,&quot;top&quot;:129.2,&quot;width&quot;:317.1537007874016}"/>
</p:tagLst>
</file>

<file path=ppt/tags/tag125.xml><?xml version="1.0" encoding="utf-8"?>
<p:tagLst xmlns:p="http://schemas.openxmlformats.org/presentationml/2006/main">
  <p:tag name="KSO_WM_DIAGRAM_VIRTUALLY_FRAME" val="{&quot;height&quot;:225.9147244094488,&quot;left&quot;:384.25889763779526,&quot;top&quot;:129.2,&quot;width&quot;:317.1537007874016}"/>
</p:tagLst>
</file>

<file path=ppt/tags/tag126.xml><?xml version="1.0" encoding="utf-8"?>
<p:tagLst xmlns:p="http://schemas.openxmlformats.org/presentationml/2006/main">
  <p:tag name="KSO_WM_DIAGRAM_VIRTUALLY_FRAME" val="{&quot;height&quot;:196.23173228346468,&quot;left&quot;:384.25889763779526,&quot;top&quot;:129.2,&quot;width&quot;:317.1537007874016}"/>
</p:tagLst>
</file>

<file path=ppt/tags/tag127.xml><?xml version="1.0" encoding="utf-8"?>
<p:tagLst xmlns:p="http://schemas.openxmlformats.org/presentationml/2006/main">
  <p:tag name="KSO_WM_DIAGRAM_VIRTUALLY_FRAME" val="{&quot;height&quot;:225.9147244094488,&quot;left&quot;:384.25889763779526,&quot;top&quot;:129.2,&quot;width&quot;:317.1537007874016}"/>
</p:tagLst>
</file>

<file path=ppt/tags/tag128.xml><?xml version="1.0" encoding="utf-8"?>
<p:tagLst xmlns:p="http://schemas.openxmlformats.org/presentationml/2006/main">
  <p:tag name="KSO_WM_DIAGRAM_VIRTUALLY_FRAME" val="{&quot;height&quot;:225.9147244094488,&quot;left&quot;:384.25889763779526,&quot;top&quot;:129.2,&quot;width&quot;:317.1537007874016}"/>
</p:tagLst>
</file>

<file path=ppt/tags/tag129.xml><?xml version="1.0" encoding="utf-8"?>
<p:tagLst xmlns:p="http://schemas.openxmlformats.org/presentationml/2006/main">
  <p:tag name="KSO_WM_DIAGRAM_VIRTUALLY_FRAME" val="{&quot;height&quot;:225.9147244094488,&quot;left&quot;:384.25889763779526,&quot;top&quot;:129.2,&quot;width&quot;:317.1537007874016}"/>
</p:tagLst>
</file>

<file path=ppt/tags/tag130.xml><?xml version="1.0" encoding="utf-8"?>
<p:tagLst xmlns:p="http://schemas.openxmlformats.org/presentationml/2006/main">
  <p:tag name="KSO_WM_DIAGRAM_VIRTUALLY_FRAME" val="{&quot;height&quot;:225.9147244094488,&quot;left&quot;:384.25889763779526,&quot;top&quot;:129.2,&quot;width&quot;:317.1537007874016}"/>
</p:tagLst>
</file>

<file path=ppt/tags/tag131.xml><?xml version="1.0" encoding="utf-8"?>
<p:tagLst xmlns:p="http://schemas.openxmlformats.org/presentationml/2006/main">
  <p:tag name="KSO_WM_DIAGRAM_VIRTUALLY_FRAME" val="{&quot;height&quot;:225.9147244094488,&quot;left&quot;:384.25889763779526,&quot;top&quot;:129.2,&quot;width&quot;:317.1537007874016}"/>
</p:tagLst>
</file>

<file path=ppt/tags/tag132.xml><?xml version="1.0" encoding="utf-8"?>
<p:tagLst xmlns:p="http://schemas.openxmlformats.org/presentationml/2006/main">
  <p:tag name="TIMING" val="|1.7|1|0.7|0.6"/>
</p:tagLst>
</file>

<file path=ppt/tags/tag133.xml><?xml version="1.0" encoding="utf-8"?>
<p:tagLst xmlns:p="http://schemas.openxmlformats.org/presentationml/2006/main">
  <p:tag name="ISPRING_PRESENTATION_TITLE" val="ok3.pptx4534"/>
  <p:tag name="ISPRING_SCORM_RATE_SLIDES" val="0"/>
  <p:tag name="ISPRING_SCORM_RATE_QUIZZES" val="0"/>
  <p:tag name="ISPRING_SCORM_PASSING_SCORE" val="0.000000"/>
  <p:tag name="ISPRING_ULTRA_SCORM_COURSE_ID" val="CB723F89-2BFD-4FE3-8DB6-A4AEF783BEF8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Repository"/>
  <p:tag name="ISPRING_OUTPUT_FOLDER" val="K:\第七批作品\148176"/>
  <p:tag name="ISPRING_FIRST_PUBLISH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 w="9525">
          <a:noFill/>
        </a:ln>
      </a:spPr>
      <a:bodyPr rot="0" vertOverflow="overflow" horzOverflow="overflow" vert="horz" wrap="square" lIns="67391" tIns="33696" rIns="67391" bIns="33696" numCol="1" spcCol="0" rtlCol="0" fromWordArt="0" anchor="ctr" anchorCtr="0" forceAA="0" compatLnSpc="1">
        <a:noAutofit/>
      </a:bodyPr>
      <a:lstStyle>
        <a:defPPr algn="r">
          <a:lnSpc>
            <a:spcPct val="120000"/>
          </a:lnSpc>
          <a:spcBef>
            <a:spcPts val="145"/>
          </a:spcBef>
          <a:spcAft>
            <a:spcPts val="145"/>
          </a:spcAft>
          <a:defRPr lang="zh-CN" altLang="en-US" sz="2700" b="1" dirty="0">
            <a:solidFill>
              <a:schemeClr val="bg1"/>
            </a:solidFill>
            <a:latin typeface="inpin heiti" panose="00000500000000000000" pitchFamily="2" charset="-122"/>
            <a:ea typeface="inpin heiti" panose="00000500000000000000" pitchFamily="2" charset="-122"/>
            <a:sym typeface="inpin heiti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1425</Words>
  <Application>WPS 演示</Application>
  <PresentationFormat>自定义</PresentationFormat>
  <Paragraphs>242</Paragraphs>
  <Slides>17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inpin heiti</vt:lpstr>
      <vt:lpstr>微软雅黑 Light</vt:lpstr>
      <vt:lpstr>Open Sans</vt:lpstr>
      <vt:lpstr>仿宋</vt:lpstr>
      <vt:lpstr>linea-basic-10</vt:lpstr>
      <vt:lpstr>Calibri</vt:lpstr>
      <vt:lpstr>微软雅黑</vt:lpstr>
      <vt:lpstr>Arial Unicode MS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Leo</cp:lastModifiedBy>
  <cp:revision>44</cp:revision>
  <dcterms:created xsi:type="dcterms:W3CDTF">2026-04-15T23:45:00Z</dcterms:created>
  <dcterms:modified xsi:type="dcterms:W3CDTF">2026-05-08T01:14:24Z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553C88ECBBD44CD197F65720F18C04F6_13</vt:lpwstr>
  </property>
</Properties>
</file>